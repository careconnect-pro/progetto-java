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29.xml"/>
  <Override ContentType="application/vnd.openxmlformats-officedocument.presentationml.notesSlide+xml" PartName="/ppt/notesSlides/notesSlide32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28.xml"/>
  <Override ContentType="application/vnd.openxmlformats-officedocument.presentationml.notesSlide+xml" PartName="/ppt/notesSlides/notesSlide15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4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20.xml"/>
  <Override ContentType="application/vnd.openxmlformats-officedocument.presentationml.notesSlide+xml" PartName="/ppt/notesSlides/notesSlide17.xml"/>
  <Override ContentType="application/vnd.openxmlformats-officedocument.presentationml.notesSlide+xml" PartName="/ppt/notesSlides/notesSlide16.xml"/>
  <Override ContentType="application/vnd.openxmlformats-officedocument.presentationml.notesSlide+xml" PartName="/ppt/notesSlides/notesSlide21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25.xml"/>
  <Override ContentType="application/vnd.openxmlformats-officedocument.presentationml.notesSlide+xml" PartName="/ppt/notesSlides/notesSlide18.xml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3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0.xml"/>
  <Override ContentType="application/vnd.openxmlformats-officedocument.presentationml.notesSlide+xml" PartName="/ppt/notesSlides/notesSlide22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26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31.xml"/>
  <Override ContentType="application/vnd.openxmlformats-officedocument.presentationml.notesSlide+xml" PartName="/ppt/notesSlides/notesSlide19.xml"/>
  <Override ContentType="application/vnd.openxmlformats-officedocument.presentationml.notesSlide+xml" PartName="/ppt/notesSlides/notesSlide27.xml"/>
  <Override ContentType="application/vnd.openxmlformats-officedocument.presentationml.notesSlide+xml" PartName="/ppt/notesSlides/notesSlide14.xml"/>
  <Override ContentType="application/vnd.openxmlformats-officedocument.presentationml.notesSlide+xml" PartName="/ppt/notesSlides/notesSlide23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10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.xml"/>
  <Override ContentType="application/vnd.openxmlformats-officedocument.presentationml.slideMaster+xml" PartName="/ppt/slideMasters/slideMaster1.xml"/>
  <Override ContentType="application/binary" PartName="/ppt/metadata"/>
  <Override ContentType="application/vnd.openxmlformats-officedocument.presentationml.slide+xml" PartName="/ppt/slides/slide4.xml"/>
  <Override ContentType="application/vnd.openxmlformats-officedocument.presentationml.slide+xml" PartName="/ppt/slides/slide18.xml"/>
  <Override ContentType="application/vnd.openxmlformats-officedocument.presentationml.slide+xml" PartName="/ppt/slides/slide30.xml"/>
  <Override ContentType="application/vnd.openxmlformats-officedocument.presentationml.slide+xml" PartName="/ppt/slides/slide22.xml"/>
  <Override ContentType="application/vnd.openxmlformats-officedocument.presentationml.slide+xml" PartName="/ppt/slides/slide26.xml"/>
  <Override ContentType="application/vnd.openxmlformats-officedocument.presentationml.slide+xml" PartName="/ppt/slides/slide19.xml"/>
  <Override ContentType="application/vnd.openxmlformats-officedocument.presentationml.slide+xml" PartName="/ppt/slides/slide3.xml"/>
  <Override ContentType="application/vnd.openxmlformats-officedocument.presentationml.slide+xml" PartName="/ppt/slides/slide9.xml"/>
  <Override ContentType="application/vnd.openxmlformats-officedocument.presentationml.slide+xml" PartName="/ppt/slides/slide13.xml"/>
  <Override ContentType="application/vnd.openxmlformats-officedocument.presentationml.slide+xml" PartName="/ppt/slides/slide5.xml"/>
  <Override ContentType="application/vnd.openxmlformats-officedocument.presentationml.slide+xml" PartName="/ppt/slides/slide12.xml"/>
  <Override ContentType="application/vnd.openxmlformats-officedocument.presentationml.slide+xml" PartName="/ppt/slides/slide17.xml"/>
  <Override ContentType="application/vnd.openxmlformats-officedocument.presentationml.slide+xml" PartName="/ppt/slides/slide25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16.xml"/>
  <Override ContentType="application/vnd.openxmlformats-officedocument.presentationml.slide+xml" PartName="/ppt/slides/slide8.xml"/>
  <Override ContentType="application/vnd.openxmlformats-officedocument.presentationml.slide+xml" PartName="/ppt/slides/slide29.xml"/>
  <Override ContentType="application/vnd.openxmlformats-officedocument.presentationml.slide+xml" PartName="/ppt/slides/slide24.xml"/>
  <Override ContentType="application/vnd.openxmlformats-officedocument.presentationml.slide+xml" PartName="/ppt/slides/slide11.xml"/>
  <Override ContentType="application/vnd.openxmlformats-officedocument.presentationml.slide+xml" PartName="/ppt/slides/slide32.xml"/>
  <Override ContentType="application/vnd.openxmlformats-officedocument.presentationml.slide+xml" PartName="/ppt/slides/slide1.xml"/>
  <Override ContentType="application/vnd.openxmlformats-officedocument.presentationml.slide+xml" PartName="/ppt/slides/slide28.xml"/>
  <Override ContentType="application/vnd.openxmlformats-officedocument.presentationml.slide+xml" PartName="/ppt/slides/slide7.xml"/>
  <Override ContentType="application/vnd.openxmlformats-officedocument.presentationml.slide+xml" PartName="/ppt/slides/slide15.xml"/>
  <Override ContentType="application/vnd.openxmlformats-officedocument.presentationml.slide+xml" PartName="/ppt/slides/slide31.xml"/>
  <Override ContentType="application/vnd.openxmlformats-officedocument.presentationml.slide+xml" PartName="/ppt/slides/slide23.xml"/>
  <Override ContentType="application/vnd.openxmlformats-officedocument.presentationml.slide+xml" PartName="/ppt/slides/slide27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6.xml"/>
  <Override ContentType="application/vnd.openxmlformats-officedocument.presentationml.slide+xml" PartName="/ppt/slides/slide14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48" r:id="rId4"/>
  </p:sldMasterIdLst>
  <p:notesMasterIdLst>
    <p:notesMasterId r:id="rId5"/>
  </p:notes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  <p:sldId id="278" r:id="rId28"/>
    <p:sldId id="279" r:id="rId29"/>
    <p:sldId id="280" r:id="rId30"/>
    <p:sldId id="281" r:id="rId31"/>
    <p:sldId id="282" r:id="rId32"/>
    <p:sldId id="283" r:id="rId33"/>
    <p:sldId id="284" r:id="rId34"/>
    <p:sldId id="285" r:id="rId35"/>
    <p:sldId id="286" r:id="rId36"/>
    <p:sldId id="287" r:id="rId37"/>
  </p:sldIdLst>
  <p:sldSz cy="10287000" cx="18288000"/>
  <p:notesSz cx="6858000" cy="9144000"/>
  <p:embeddedFontLst>
    <p:embeddedFont>
      <p:font typeface="DM Sans"/>
      <p:regular r:id="rId38"/>
      <p:bold r:id="rId39"/>
      <p:italic r:id="rId40"/>
      <p:boldItalic r:id="rId41"/>
    </p:embeddedFont>
    <p:embeddedFont>
      <p:font typeface="DM Serif Display"/>
      <p:regular r:id="rId42"/>
      <p:italic r:id="rId43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  <p:ext uri="GoogleSlidesCustomDataVersion2">
      <go:slidesCustomData xmlns:go="http://customooxmlschemas.google.com/" r:id="rId44" roundtripDataSignature="AMtx7mghDH/KsL0eziAeS5Je8yXdFT5lQw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40" Type="http://schemas.openxmlformats.org/officeDocument/2006/relationships/font" Target="fonts/DMSans-italic.fntdata"/><Relationship Id="rId20" Type="http://schemas.openxmlformats.org/officeDocument/2006/relationships/slide" Target="slides/slide15.xml"/><Relationship Id="rId42" Type="http://schemas.openxmlformats.org/officeDocument/2006/relationships/font" Target="fonts/DMSerifDisplay-regular.fntdata"/><Relationship Id="rId41" Type="http://schemas.openxmlformats.org/officeDocument/2006/relationships/font" Target="fonts/DMSans-boldItalic.fntdata"/><Relationship Id="rId22" Type="http://schemas.openxmlformats.org/officeDocument/2006/relationships/slide" Target="slides/slide17.xml"/><Relationship Id="rId44" Type="http://customschemas.google.com/relationships/presentationmetadata" Target="metadata"/><Relationship Id="rId21" Type="http://schemas.openxmlformats.org/officeDocument/2006/relationships/slide" Target="slides/slide16.xml"/><Relationship Id="rId43" Type="http://schemas.openxmlformats.org/officeDocument/2006/relationships/font" Target="fonts/DMSerifDisplay-italic.fntdata"/><Relationship Id="rId24" Type="http://schemas.openxmlformats.org/officeDocument/2006/relationships/slide" Target="slides/slide19.xml"/><Relationship Id="rId23" Type="http://schemas.openxmlformats.org/officeDocument/2006/relationships/slide" Target="slides/slide18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4.xml"/><Relationship Id="rId26" Type="http://schemas.openxmlformats.org/officeDocument/2006/relationships/slide" Target="slides/slide21.xml"/><Relationship Id="rId25" Type="http://schemas.openxmlformats.org/officeDocument/2006/relationships/slide" Target="slides/slide20.xml"/><Relationship Id="rId28" Type="http://schemas.openxmlformats.org/officeDocument/2006/relationships/slide" Target="slides/slide23.xml"/><Relationship Id="rId27" Type="http://schemas.openxmlformats.org/officeDocument/2006/relationships/slide" Target="slides/slide22.xml"/><Relationship Id="rId5" Type="http://schemas.openxmlformats.org/officeDocument/2006/relationships/notesMaster" Target="notesMasters/notesMaster1.xml"/><Relationship Id="rId6" Type="http://schemas.openxmlformats.org/officeDocument/2006/relationships/slide" Target="slides/slide1.xml"/><Relationship Id="rId29" Type="http://schemas.openxmlformats.org/officeDocument/2006/relationships/slide" Target="slides/slide24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31" Type="http://schemas.openxmlformats.org/officeDocument/2006/relationships/slide" Target="slides/slide26.xml"/><Relationship Id="rId30" Type="http://schemas.openxmlformats.org/officeDocument/2006/relationships/slide" Target="slides/slide25.xml"/><Relationship Id="rId11" Type="http://schemas.openxmlformats.org/officeDocument/2006/relationships/slide" Target="slides/slide6.xml"/><Relationship Id="rId33" Type="http://schemas.openxmlformats.org/officeDocument/2006/relationships/slide" Target="slides/slide28.xml"/><Relationship Id="rId10" Type="http://schemas.openxmlformats.org/officeDocument/2006/relationships/slide" Target="slides/slide5.xml"/><Relationship Id="rId32" Type="http://schemas.openxmlformats.org/officeDocument/2006/relationships/slide" Target="slides/slide27.xml"/><Relationship Id="rId13" Type="http://schemas.openxmlformats.org/officeDocument/2006/relationships/slide" Target="slides/slide8.xml"/><Relationship Id="rId35" Type="http://schemas.openxmlformats.org/officeDocument/2006/relationships/slide" Target="slides/slide30.xml"/><Relationship Id="rId12" Type="http://schemas.openxmlformats.org/officeDocument/2006/relationships/slide" Target="slides/slide7.xml"/><Relationship Id="rId34" Type="http://schemas.openxmlformats.org/officeDocument/2006/relationships/slide" Target="slides/slide29.xml"/><Relationship Id="rId15" Type="http://schemas.openxmlformats.org/officeDocument/2006/relationships/slide" Target="slides/slide10.xml"/><Relationship Id="rId37" Type="http://schemas.openxmlformats.org/officeDocument/2006/relationships/slide" Target="slides/slide32.xml"/><Relationship Id="rId14" Type="http://schemas.openxmlformats.org/officeDocument/2006/relationships/slide" Target="slides/slide9.xml"/><Relationship Id="rId36" Type="http://schemas.openxmlformats.org/officeDocument/2006/relationships/slide" Target="slides/slide31.xml"/><Relationship Id="rId17" Type="http://schemas.openxmlformats.org/officeDocument/2006/relationships/slide" Target="slides/slide12.xml"/><Relationship Id="rId39" Type="http://schemas.openxmlformats.org/officeDocument/2006/relationships/font" Target="fonts/DMSans-bold.fntdata"/><Relationship Id="rId16" Type="http://schemas.openxmlformats.org/officeDocument/2006/relationships/slide" Target="slides/slide11.xml"/><Relationship Id="rId38" Type="http://schemas.openxmlformats.org/officeDocument/2006/relationships/font" Target="fonts/DMSans-regular.fntdata"/><Relationship Id="rId19" Type="http://schemas.openxmlformats.org/officeDocument/2006/relationships/slide" Target="slides/slide14.xml"/><Relationship Id="rId18" Type="http://schemas.openxmlformats.org/officeDocument/2006/relationships/slide" Target="slides/slide13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1pPr>
            <a:lvl2pPr indent="-298450" lvl="1" marL="914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2pPr>
            <a:lvl3pPr indent="-298450" lvl="2" marL="1371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3pPr>
            <a:lvl4pPr indent="-298450" lvl="3" marL="1828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4pPr>
            <a:lvl5pPr indent="-298450" lvl="4" marL="22860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5pPr>
            <a:lvl6pPr indent="-298450" lvl="5" marL="27432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6pPr>
            <a:lvl7pPr indent="-298450" lvl="6" marL="32004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●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7pPr>
            <a:lvl8pPr indent="-298450" lvl="7" marL="36576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○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8pPr>
            <a:lvl9pPr indent="-298450" lvl="8" marL="411480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100"/>
              <a:buFont typeface="Arial"/>
              <a:buChar char="■"/>
              <a:defRPr b="0" i="0" sz="1100" u="none" cap="none" strike="noStrike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g3c404843589_0_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" name="Google Shape;35;g3c404843589_0_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42" name="Shape 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3" name="Google Shape;43;g3c6ed95d72f_1_3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44" name="Google Shape;44;g3c6ed95d72f_1_3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56" name="Shape 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Google Shape;57;g3c6553b6839_0_1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58" name="Google Shape;58;g3c6553b6839_0_17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64" name="Shape 6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5" name="Google Shape;65;g3c6ed95d72f_1_5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66" name="Google Shape;66;g3c6ed95d72f_1_5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75" name="Shape 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Google Shape;76;g3c6ed95d72f_1_6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77" name="Google Shape;77;g3c6ed95d72f_1_6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9" name="Shape 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Google Shape;90;g3c6553b6839_0_40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91" name="Google Shape;91;g3c6553b6839_0_40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0" name="Shape 1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1" name="Google Shape;101;g3c6553b6839_0_17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02" name="Google Shape;102;g3c6553b6839_0_17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2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g3c6ed95d72f_1_9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23" name="Google Shape;123;g3c6ed95d72f_1_9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6" name="Shape 1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7" name="Google Shape;137;g3c73699b344_0_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38" name="Google Shape;138;g3c73699b344_0_1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0" name="Shape 15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1" name="Google Shape;151;g3c795516f76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2" name="Google Shape;152;g3c795516f76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7" name="Shape 15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8" name="Google Shape;158;g3c6553b6839_0_23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59" name="Google Shape;159;g3c6553b6839_0_23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66" name="Shape 1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7" name="Google Shape;167;g3c6553b6839_0_24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68" name="Google Shape;168;g3c6553b6839_0_246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6" name="Google Shape;176;g3c6553b6839_0_26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77" name="Google Shape;177;g3c6553b6839_0_26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5" name="Shape 18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Google Shape;186;g3c6553b6839_0_27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187" name="Google Shape;187;g3c6553b6839_0_27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8" name="Shape 19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9" name="Google Shape;199;g3c6553b6839_0_29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0" name="Google Shape;200;g3c6553b6839_0_29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5" name="Shape 2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6" name="Google Shape;206;g3c73699b344_0_8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07" name="Google Shape;207;g3c73699b344_0_8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2" name="Shape 2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3" name="Google Shape;223;g3c6553b6839_0_28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24" name="Google Shape;224;g3c6553b6839_0_281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36" name="Shape 2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7" name="Google Shape;237;g3c6553b6839_0_33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38" name="Google Shape;238;g3c6553b6839_0_33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49" name="Shape 2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0" name="Google Shape;250;g3c7a31e98b5_1_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51" name="Google Shape;251;g3c7a31e98b5_1_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62" name="Shape 2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3" name="Google Shape;263;g3c6553b6839_0_34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64" name="Google Shape;264;g3c6553b6839_0_34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73" name="Shape 27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4" name="Google Shape;274;g3c6553b6839_0_35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75" name="Google Shape;275;g3c6553b6839_0_35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4" name="Shape 2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Google Shape;285;g3c7a31e98b5_1_12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286" name="Google Shape;286;g3c7a31e98b5_1_1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89" name="Shape 28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0" name="Google Shape;290;g3c6553b6839_0_10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1" name="Google Shape;291;g3c6553b6839_0_109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96" name="Shape 2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97" name="Google Shape;297;g3c73699b344_0_5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298" name="Google Shape;298;g3c73699b344_0_5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03" name="Shape 3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04" name="Google Shape;304;g3c6553b6839_0_1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05" name="Google Shape;305;g3c6553b6839_0_1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13" name="Shape 31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4" name="Google Shape;314;g3c6553b6839_0_420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15" name="Google Shape;315;g3c6553b6839_0_42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0" name="Shape 3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1" name="Google Shape;321;g3c795516f76_0_2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22" name="Google Shape;322;g3c795516f76_0_2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2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27" name="Shape 3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8" name="Google Shape;328;g3c6553b6839_0_11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29" name="Google Shape;329;g3c6553b6839_0_11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2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34" name="Shape 3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35" name="Google Shape;335;g3c6553b6839_0_37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36" name="Google Shape;336;g3c6553b6839_0_37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1" name="Shape 34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2" name="Google Shape;342;g3c7a31e98b5_0_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43" name="Google Shape;343;g3c7a31e98b5_0_5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notesSlides/notesSlide3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48" name="Shape 3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9" name="Google Shape;349;g3c6553b6839_0_424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350" name="Google Shape;350;g3c6553b6839_0_42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3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356" name="Shape 35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7" name="Google Shape;357;g3c7a31e98b5_0_1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/>
          </a:p>
        </p:txBody>
      </p:sp>
      <p:sp>
        <p:nvSpPr>
          <p:cNvPr id="358" name="Google Shape;358;g3c7a31e98b5_0_1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Relationship Id="rId2" Type="http://schemas.openxmlformats.org/officeDocument/2006/relationships/image" Target="../media/image2.png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1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1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1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able of Contents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15"/>
          <p:cNvSpPr txBox="1"/>
          <p:nvPr>
            <p:ph idx="1" type="body"/>
          </p:nvPr>
        </p:nvSpPr>
        <p:spPr>
          <a:xfrm>
            <a:off x="10647600" y="4850700"/>
            <a:ext cx="6075300" cy="1411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17" name="Google Shape;17;p15"/>
          <p:cNvSpPr txBox="1"/>
          <p:nvPr>
            <p:ph idx="2" type="subTitle"/>
          </p:nvPr>
        </p:nvSpPr>
        <p:spPr>
          <a:xfrm>
            <a:off x="10647600" y="4057589"/>
            <a:ext cx="6104400" cy="5442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SzPts val="3200"/>
              <a:buNone/>
              <a:defRPr/>
            </a:lvl1pPr>
            <a:lvl2pPr lvl="1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SzPts val="2800"/>
              <a:buNone/>
              <a:defRPr/>
            </a:lvl2pPr>
            <a:lvl3pPr lvl="2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SzPts val="2400"/>
              <a:buNone/>
              <a:defRPr/>
            </a:lvl3pPr>
            <a:lvl4pPr lvl="3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4pPr>
            <a:lvl5pPr lvl="4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5pPr>
            <a:lvl6pPr lvl="5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6pPr>
            <a:lvl7pPr lvl="6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7pPr>
            <a:lvl8pPr lvl="7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8pPr>
            <a:lvl9pPr lvl="8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SzPts val="2000"/>
              <a:buNone/>
              <a:defRPr/>
            </a:lvl9pPr>
          </a:lstStyle>
          <a:p/>
        </p:txBody>
      </p:sp>
      <p:pic>
        <p:nvPicPr>
          <p:cNvPr id="18" name="Google Shape;18;p15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9" name="Google Shape;19;p15"/>
          <p:cNvSpPr txBox="1"/>
          <p:nvPr>
            <p:ph type="title"/>
          </p:nvPr>
        </p:nvSpPr>
        <p:spPr>
          <a:xfrm>
            <a:off x="2109100" y="3810000"/>
            <a:ext cx="7075800" cy="2653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10400"/>
              <a:buNone/>
              <a:defRPr sz="104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One" type="obj">
  <p:cSld name="OBJECT">
    <p:spTree>
      <p:nvGrpSpPr>
        <p:cNvPr id="20" name="Shape 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" name="Google Shape;21;p16"/>
          <p:cNvSpPr/>
          <p:nvPr>
            <p:ph idx="2" type="pic"/>
          </p:nvPr>
        </p:nvSpPr>
        <p:spPr>
          <a:xfrm>
            <a:off x="9683750" y="2875"/>
            <a:ext cx="8613000" cy="10287000"/>
          </a:xfrm>
          <a:prstGeom prst="rect">
            <a:avLst/>
          </a:prstGeom>
          <a:noFill/>
          <a:ln>
            <a:noFill/>
          </a:ln>
        </p:spPr>
      </p:sp>
      <p:sp>
        <p:nvSpPr>
          <p:cNvPr id="22" name="Google Shape;22;p16"/>
          <p:cNvSpPr txBox="1"/>
          <p:nvPr>
            <p:ph idx="1" type="body"/>
          </p:nvPr>
        </p:nvSpPr>
        <p:spPr>
          <a:xfrm>
            <a:off x="1028700" y="2595375"/>
            <a:ext cx="7420500" cy="54675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23" name="Google Shape;23;p16"/>
          <p:cNvSpPr txBox="1"/>
          <p:nvPr>
            <p:ph type="title"/>
          </p:nvPr>
        </p:nvSpPr>
        <p:spPr>
          <a:xfrm>
            <a:off x="1005425" y="1164175"/>
            <a:ext cx="74205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pic>
        <p:nvPicPr>
          <p:cNvPr id="24" name="Google Shape;24;p16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-3750187" y="-3750187"/>
            <a:ext cx="6706225" cy="67062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Two" type="secHead">
  <p:cSld name="SECTION_HEADER">
    <p:spTree>
      <p:nvGrpSpPr>
        <p:cNvPr id="25" name="Shape 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Google Shape;26;p17"/>
          <p:cNvPicPr preferRelativeResize="0"/>
          <p:nvPr/>
        </p:nvPicPr>
        <p:blipFill rotWithShape="1">
          <a:blip r:embed="rId2">
            <a:alphaModFix/>
          </a:blip>
          <a:srcRect b="0" l="0" r="0" t="0"/>
          <a:stretch/>
        </p:blipFill>
        <p:spPr>
          <a:xfrm>
            <a:off x="14934875" y="7500613"/>
            <a:ext cx="6706225" cy="6706225"/>
          </a:xfrm>
          <a:prstGeom prst="rect">
            <a:avLst/>
          </a:prstGeom>
          <a:noFill/>
          <a:ln>
            <a:noFill/>
          </a:ln>
        </p:spPr>
      </p:pic>
      <p:sp>
        <p:nvSpPr>
          <p:cNvPr id="27" name="Google Shape;27;p17"/>
          <p:cNvSpPr/>
          <p:nvPr>
            <p:ph idx="2" type="pic"/>
          </p:nvPr>
        </p:nvSpPr>
        <p:spPr>
          <a:xfrm>
            <a:off x="0" y="11377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8" name="Google Shape;28;p17"/>
          <p:cNvSpPr/>
          <p:nvPr>
            <p:ph idx="3" type="pic"/>
          </p:nvPr>
        </p:nvSpPr>
        <p:spPr>
          <a:xfrm>
            <a:off x="0" y="5636300"/>
            <a:ext cx="9125100" cy="3630600"/>
          </a:xfrm>
          <a:prstGeom prst="rect">
            <a:avLst/>
          </a:prstGeom>
          <a:noFill/>
          <a:ln>
            <a:noFill/>
          </a:ln>
        </p:spPr>
      </p:sp>
      <p:sp>
        <p:nvSpPr>
          <p:cNvPr id="29" name="Google Shape;29;p17"/>
          <p:cNvSpPr txBox="1"/>
          <p:nvPr>
            <p:ph idx="1" type="body"/>
          </p:nvPr>
        </p:nvSpPr>
        <p:spPr>
          <a:xfrm>
            <a:off x="9683725" y="2631350"/>
            <a:ext cx="8089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30" name="Google Shape;30;p17"/>
          <p:cNvSpPr txBox="1"/>
          <p:nvPr>
            <p:ph type="title"/>
          </p:nvPr>
        </p:nvSpPr>
        <p:spPr>
          <a:xfrm>
            <a:off x="9658350" y="1200150"/>
            <a:ext cx="80898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17"/>
          <p:cNvSpPr txBox="1"/>
          <p:nvPr>
            <p:ph idx="4" type="body"/>
          </p:nvPr>
        </p:nvSpPr>
        <p:spPr>
          <a:xfrm>
            <a:off x="9671038" y="7132800"/>
            <a:ext cx="8089800" cy="2068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lnSpc>
                <a:spcPct val="115000"/>
              </a:lnSpc>
              <a:spcBef>
                <a:spcPts val="640"/>
              </a:spcBef>
              <a:spcAft>
                <a:spcPts val="0"/>
              </a:spcAft>
              <a:buSzPts val="2400"/>
              <a:buFont typeface="DM Sans"/>
              <a:buChar char="•"/>
              <a:defRPr sz="2400">
                <a:latin typeface="DM Sans"/>
                <a:ea typeface="DM Sans"/>
                <a:cs typeface="DM Sans"/>
                <a:sym typeface="DM Sans"/>
              </a:defRPr>
            </a:lvl1pPr>
            <a:lvl2pPr indent="-381000" lvl="1" marL="914400" algn="l">
              <a:lnSpc>
                <a:spcPct val="115000"/>
              </a:lnSpc>
              <a:spcBef>
                <a:spcPts val="560"/>
              </a:spcBef>
              <a:spcAft>
                <a:spcPts val="0"/>
              </a:spcAft>
              <a:buSzPts val="2400"/>
              <a:buChar char="–"/>
              <a:defRPr sz="2400"/>
            </a:lvl2pPr>
            <a:lvl3pPr indent="-381000" lvl="2" marL="1371600" algn="l">
              <a:lnSpc>
                <a:spcPct val="115000"/>
              </a:lnSpc>
              <a:spcBef>
                <a:spcPts val="480"/>
              </a:spcBef>
              <a:spcAft>
                <a:spcPts val="0"/>
              </a:spcAft>
              <a:buSzPts val="2400"/>
              <a:buChar char="•"/>
              <a:defRPr/>
            </a:lvl3pPr>
            <a:lvl4pPr indent="-381000" lvl="3" marL="1828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–"/>
              <a:defRPr sz="2400"/>
            </a:lvl4pPr>
            <a:lvl5pPr indent="-381000" lvl="4" marL="22860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»"/>
              <a:defRPr sz="2400"/>
            </a:lvl5pPr>
            <a:lvl6pPr indent="-381000" lvl="5" marL="27432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6pPr>
            <a:lvl7pPr indent="-381000" lvl="6" marL="32004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7pPr>
            <a:lvl8pPr indent="-381000" lvl="7" marL="36576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8pPr>
            <a:lvl9pPr indent="-381000" lvl="8" marL="4114800" algn="l">
              <a:lnSpc>
                <a:spcPct val="115000"/>
              </a:lnSpc>
              <a:spcBef>
                <a:spcPts val="400"/>
              </a:spcBef>
              <a:spcAft>
                <a:spcPts val="0"/>
              </a:spcAft>
              <a:buSzPts val="2400"/>
              <a:buChar char="•"/>
              <a:defRPr sz="2400"/>
            </a:lvl9pPr>
          </a:lstStyle>
          <a:p/>
        </p:txBody>
      </p:sp>
      <p:sp>
        <p:nvSpPr>
          <p:cNvPr id="32" name="Google Shape;32;p17"/>
          <p:cNvSpPr txBox="1"/>
          <p:nvPr>
            <p:ph idx="5" type="title"/>
          </p:nvPr>
        </p:nvSpPr>
        <p:spPr>
          <a:xfrm>
            <a:off x="9645663" y="5701600"/>
            <a:ext cx="8089800" cy="1137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SzPts val="8800"/>
              <a:buNone/>
              <a:defRPr sz="8800"/>
            </a:lvl1pPr>
            <a:lvl2pPr lvl="1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3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4400"/>
              <a:buFont typeface="DM Serif Display"/>
              <a:buNone/>
              <a:defRPr b="0" i="0" sz="4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1400"/>
              <a:buFont typeface="Arial"/>
              <a:buNone/>
              <a:defRPr b="0" i="0" sz="1800" u="none" cap="none" strike="noStrike">
                <a:solidFill>
                  <a:srgbClr val="1F1F1F"/>
                </a:solidFill>
                <a:latin typeface="Arial"/>
                <a:ea typeface="Arial"/>
                <a:cs typeface="Arial"/>
                <a:sym typeface="Arial"/>
              </a:defRPr>
            </a:lvl9pPr>
          </a:lstStyle>
          <a:p/>
        </p:txBody>
      </p:sp>
      <p:sp>
        <p:nvSpPr>
          <p:cNvPr id="7" name="Google Shape;7;p13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lnSpc>
                <a:spcPct val="100000"/>
              </a:lnSpc>
              <a:spcBef>
                <a:spcPts val="640"/>
              </a:spcBef>
              <a:spcAft>
                <a:spcPts val="0"/>
              </a:spcAft>
              <a:buClr>
                <a:srgbClr val="1F1F1F"/>
              </a:buClr>
              <a:buSzPts val="3200"/>
              <a:buFont typeface="DM Serif Display"/>
              <a:buChar char="•"/>
              <a:defRPr b="0" i="0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defRPr>
            </a:lvl1pPr>
            <a:lvl2pPr indent="-406400" lvl="1" marL="914400" marR="0" rtl="0" algn="l">
              <a:lnSpc>
                <a:spcPct val="100000"/>
              </a:lnSpc>
              <a:spcBef>
                <a:spcPts val="560"/>
              </a:spcBef>
              <a:spcAft>
                <a:spcPts val="0"/>
              </a:spcAft>
              <a:buClr>
                <a:srgbClr val="1F1F1F"/>
              </a:buClr>
              <a:buSzPts val="2800"/>
              <a:buFont typeface="DM Sans"/>
              <a:buChar char="–"/>
              <a:defRPr b="0" i="0" sz="28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2pPr>
            <a:lvl3pPr indent="-381000" lvl="2" marL="1371600" marR="0" rtl="0" algn="l">
              <a:lnSpc>
                <a:spcPct val="100000"/>
              </a:lnSpc>
              <a:spcBef>
                <a:spcPts val="480"/>
              </a:spcBef>
              <a:spcAft>
                <a:spcPts val="0"/>
              </a:spcAft>
              <a:buClr>
                <a:srgbClr val="1F1F1F"/>
              </a:buClr>
              <a:buSzPts val="2400"/>
              <a:buFont typeface="DM Sans"/>
              <a:buChar char="•"/>
              <a:defRPr b="0" i="0" sz="24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3pPr>
            <a:lvl4pPr indent="-355600" lvl="3" marL="1828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–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4pPr>
            <a:lvl5pPr indent="-355600" lvl="4" marL="22860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»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5pPr>
            <a:lvl6pPr indent="-355600" lvl="5" marL="27432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6pPr>
            <a:lvl7pPr indent="-355600" lvl="6" marL="32004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7pPr>
            <a:lvl8pPr indent="-355600" lvl="7" marL="36576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8pPr>
            <a:lvl9pPr indent="-355600" lvl="8" marL="4114800" marR="0" rtl="0" algn="l">
              <a:lnSpc>
                <a:spcPct val="100000"/>
              </a:lnSpc>
              <a:spcBef>
                <a:spcPts val="400"/>
              </a:spcBef>
              <a:spcAft>
                <a:spcPts val="0"/>
              </a:spcAft>
              <a:buClr>
                <a:srgbClr val="1F1F1F"/>
              </a:buClr>
              <a:buSzPts val="2000"/>
              <a:buFont typeface="DM Sans"/>
              <a:buChar char="•"/>
              <a:defRPr b="0" i="0" sz="2000" u="none" cap="none" strike="noStrike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defRPr>
            </a:lvl9pPr>
          </a:lstStyle>
          <a:p/>
        </p:txBody>
      </p:sp>
      <p:sp>
        <p:nvSpPr>
          <p:cNvPr id="8" name="Google Shape;8;p1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400"/>
              <a:buFont typeface="Arial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"/>
              <a:buFont typeface="Arial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9" r:id="rId1"/>
    <p:sldLayoutId id="2147483650" r:id="rId2"/>
    <p:sldLayoutId id="2147483651" r:id="rId3"/>
    <p:sldLayoutId id="2147483652" r:id="rId4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10.png"/><Relationship Id="rId4" Type="http://schemas.openxmlformats.org/officeDocument/2006/relationships/image" Target="../media/image1.png"/><Relationship Id="rId5" Type="http://schemas.openxmlformats.org/officeDocument/2006/relationships/image" Target="../media/image7.png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Relationship Id="rId3" Type="http://schemas.openxmlformats.org/officeDocument/2006/relationships/image" Target="../media/image9.png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9.png"/><Relationship Id="rId4" Type="http://schemas.openxmlformats.org/officeDocument/2006/relationships/image" Target="../media/image14.png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9.png"/><Relationship Id="rId4" Type="http://schemas.openxmlformats.org/officeDocument/2006/relationships/image" Target="../media/image14.png"/><Relationship Id="rId5" Type="http://schemas.openxmlformats.org/officeDocument/2006/relationships/image" Target="../media/image5.png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30.png"/><Relationship Id="rId4" Type="http://schemas.openxmlformats.org/officeDocument/2006/relationships/image" Target="../media/image4.png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Relationship Id="rId3" Type="http://schemas.openxmlformats.org/officeDocument/2006/relationships/image" Target="../media/image30.png"/><Relationship Id="rId4" Type="http://schemas.openxmlformats.org/officeDocument/2006/relationships/image" Target="../media/image14.png"/><Relationship Id="rId5" Type="http://schemas.openxmlformats.org/officeDocument/2006/relationships/image" Target="../media/image6.png"/><Relationship Id="rId6" Type="http://schemas.openxmlformats.org/officeDocument/2006/relationships/image" Target="../media/image8.png"/><Relationship Id="rId7" Type="http://schemas.openxmlformats.org/officeDocument/2006/relationships/image" Target="../media/image12.png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30.png"/><Relationship Id="rId4" Type="http://schemas.openxmlformats.org/officeDocument/2006/relationships/image" Target="../media/image17.png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3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4.xml"/><Relationship Id="rId3" Type="http://schemas.openxmlformats.org/officeDocument/2006/relationships/image" Target="../media/image2.png"/><Relationship Id="rId4" Type="http://schemas.openxmlformats.org/officeDocument/2006/relationships/image" Target="../media/image16.png"/></Relationships>
</file>

<file path=ppt/slides/_rels/slide1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5.xml"/><Relationship Id="rId3" Type="http://schemas.openxmlformats.org/officeDocument/2006/relationships/image" Target="../media/image2.png"/><Relationship Id="rId4" Type="http://schemas.openxmlformats.org/officeDocument/2006/relationships/image" Target="../media/image13.png"/></Relationships>
</file>

<file path=ppt/slides/_rels/slide1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6.xml"/><Relationship Id="rId3" Type="http://schemas.openxmlformats.org/officeDocument/2006/relationships/image" Target="../media/image2.png"/><Relationship Id="rId4" Type="http://schemas.openxmlformats.org/officeDocument/2006/relationships/image" Target="../media/image15.png"/></Relationships>
</file>

<file path=ppt/slides/_rels/slide1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7.xml"/><Relationship Id="rId3" Type="http://schemas.openxmlformats.org/officeDocument/2006/relationships/image" Target="../media/image2.png"/><Relationship Id="rId4" Type="http://schemas.openxmlformats.org/officeDocument/2006/relationships/image" Target="../media/image19.png"/><Relationship Id="rId5" Type="http://schemas.openxmlformats.org/officeDocument/2006/relationships/image" Target="../media/image13.png"/></Relationships>
</file>

<file path=ppt/slides/_rels/slide1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8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7.png"/></Relationships>
</file>

<file path=ppt/slides/_rels/slide1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9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1.png"/></Relationships>
</file>

<file path=ppt/slides/_rels/slide2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0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5.png"/></Relationships>
</file>

<file path=ppt/slides/_rels/slide2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1.xml"/><Relationship Id="rId3" Type="http://schemas.openxmlformats.org/officeDocument/2006/relationships/image" Target="../media/image2.png"/><Relationship Id="rId4" Type="http://schemas.openxmlformats.org/officeDocument/2006/relationships/image" Target="../media/image13.png"/><Relationship Id="rId5" Type="http://schemas.openxmlformats.org/officeDocument/2006/relationships/image" Target="../media/image28.png"/></Relationships>
</file>

<file path=ppt/slides/_rels/slide2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3.xml"/><Relationship Id="rId3" Type="http://schemas.openxmlformats.org/officeDocument/2006/relationships/image" Target="../media/image2.png"/><Relationship Id="rId4" Type="http://schemas.openxmlformats.org/officeDocument/2006/relationships/image" Target="../media/image18.png"/></Relationships>
</file>

<file path=ppt/slides/_rels/slide2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4.xml"/><Relationship Id="rId3" Type="http://schemas.openxmlformats.org/officeDocument/2006/relationships/image" Target="../media/image2.png"/><Relationship Id="rId4" Type="http://schemas.openxmlformats.org/officeDocument/2006/relationships/image" Target="../media/image24.png"/></Relationships>
</file>

<file path=ppt/slides/_rels/slide2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5.xml"/><Relationship Id="rId3" Type="http://schemas.openxmlformats.org/officeDocument/2006/relationships/image" Target="../media/image2.png"/><Relationship Id="rId4" Type="http://schemas.openxmlformats.org/officeDocument/2006/relationships/image" Target="../media/image20.png"/></Relationships>
</file>

<file path=ppt/slides/_rels/slide2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6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2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7.xml"/><Relationship Id="rId3" Type="http://schemas.openxmlformats.org/officeDocument/2006/relationships/image" Target="../media/image2.png"/><Relationship Id="rId4" Type="http://schemas.openxmlformats.org/officeDocument/2006/relationships/image" Target="../media/image29.png"/></Relationships>
</file>

<file path=ppt/slides/_rels/slide2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8.xml"/><Relationship Id="rId3" Type="http://schemas.openxmlformats.org/officeDocument/2006/relationships/image" Target="../media/image2.png"/><Relationship Id="rId4" Type="http://schemas.openxmlformats.org/officeDocument/2006/relationships/image" Target="../media/image26.png"/></Relationships>
</file>

<file path=ppt/slides/_rels/slide2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9.xml"/><Relationship Id="rId3" Type="http://schemas.openxmlformats.org/officeDocument/2006/relationships/image" Target="../media/image2.png"/><Relationship Id="rId4" Type="http://schemas.openxmlformats.org/officeDocument/2006/relationships/image" Target="../media/image23.png"/></Relationships>
</file>

<file path=ppt/slides/_rels/slide3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0.xml"/><Relationship Id="rId3" Type="http://schemas.openxmlformats.org/officeDocument/2006/relationships/image" Target="../media/image2.png"/><Relationship Id="rId4" Type="http://schemas.openxmlformats.org/officeDocument/2006/relationships/image" Target="../media/image22.png"/></Relationships>
</file>

<file path=ppt/slides/_rels/slide3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1.xml"/></Relationships>
</file>

<file path=ppt/slides/_rels/slide3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2.xml"/><Relationship Id="rId3" Type="http://schemas.openxmlformats.org/officeDocument/2006/relationships/image" Target="../media/image2.png"/><Relationship Id="rId4" Type="http://schemas.openxmlformats.org/officeDocument/2006/relationships/image" Target="../media/image11.png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6" name="Shape 3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7" name="Google Shape;37;g3c404843589_0_2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0624800" y="1714513"/>
            <a:ext cx="6857976" cy="6857976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11000"/>
              </a:srgbClr>
            </a:outerShdw>
          </a:effectLst>
        </p:spPr>
      </p:pic>
      <p:pic>
        <p:nvPicPr>
          <p:cNvPr id="38" name="Google Shape;38;g3c404843589_0_2"/>
          <p:cNvPicPr preferRelativeResize="0"/>
          <p:nvPr/>
        </p:nvPicPr>
        <p:blipFill rotWithShape="1">
          <a:blip r:embed="rId4">
            <a:alphaModFix amt="20000"/>
          </a:blip>
          <a:srcRect b="18651" l="0" r="0" t="15441"/>
          <a:stretch/>
        </p:blipFill>
        <p:spPr>
          <a:xfrm>
            <a:off x="-800475" y="939401"/>
            <a:ext cx="9861100" cy="840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9" name="Google Shape;39;g3c404843589_0_2"/>
          <p:cNvSpPr txBox="1"/>
          <p:nvPr/>
        </p:nvSpPr>
        <p:spPr>
          <a:xfrm>
            <a:off x="3510876" y="4163088"/>
            <a:ext cx="122337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2800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lang="en-US" sz="12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CareConnect Pro</a:t>
            </a:r>
            <a:r>
              <a:rPr b="0" i="0" lang="en-US" sz="12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Progetto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OSW - Università di Pavia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0" name="Google Shape;40;g3c404843589_0_2"/>
          <p:cNvSpPr txBox="1"/>
          <p:nvPr/>
        </p:nvSpPr>
        <p:spPr>
          <a:xfrm>
            <a:off x="4078826" y="3769188"/>
            <a:ext cx="8469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AGNESE PINTO, DARLIS MORILLO MENDOZA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41" name="Google Shape;41;g3c404843589_0_2"/>
          <p:cNvSpPr txBox="1"/>
          <p:nvPr/>
        </p:nvSpPr>
        <p:spPr>
          <a:xfrm>
            <a:off x="9405476" y="7118388"/>
            <a:ext cx="6091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Anno: </a:t>
            </a:r>
            <a:r>
              <a:rPr b="0" i="0" lang="en-US" sz="2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2025</a:t>
            </a:r>
            <a:r>
              <a:rPr lang="en-US" sz="2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-</a:t>
            </a:r>
            <a:r>
              <a:rPr b="0" i="0" lang="en-US" sz="2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2026		</a:t>
            </a:r>
            <a:r>
              <a:rPr lang="en-US" sz="2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</a:t>
            </a:r>
            <a:r>
              <a:rPr b="0" i="0" lang="en-US" sz="2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ruppo: Magggiche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45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g3c6ed95d72f_1_37"/>
          <p:cNvSpPr/>
          <p:nvPr/>
        </p:nvSpPr>
        <p:spPr>
          <a:xfrm>
            <a:off x="6671250" y="287430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7" name="Google Shape;47;g3c6ed95d72f_1_37"/>
          <p:cNvSpPr/>
          <p:nvPr/>
        </p:nvSpPr>
        <p:spPr>
          <a:xfrm>
            <a:off x="1143700" y="287430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48" name="Google Shape;48;g3c6ed95d72f_1_37"/>
          <p:cNvSpPr txBox="1"/>
          <p:nvPr/>
        </p:nvSpPr>
        <p:spPr>
          <a:xfrm>
            <a:off x="1036750" y="1250630"/>
            <a:ext cx="1623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7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Introduzione al progetto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49" name="Google Shape;49;g3c6ed95d72f_1_37"/>
          <p:cNvPicPr preferRelativeResize="0"/>
          <p:nvPr/>
        </p:nvPicPr>
        <p:blipFill rotWithShape="1">
          <a:blip r:embed="rId3">
            <a:alphaModFix/>
          </a:blip>
          <a:srcRect b="0" l="0" r="0" t="0"/>
          <a:stretch/>
        </p:blipFill>
        <p:spPr>
          <a:xfrm>
            <a:off x="8408061" y="3904625"/>
            <a:ext cx="1471900" cy="1670800"/>
          </a:xfrm>
          <a:prstGeom prst="rect">
            <a:avLst/>
          </a:prstGeom>
          <a:noFill/>
          <a:ln>
            <a:noFill/>
          </a:ln>
        </p:spPr>
      </p:pic>
      <p:sp>
        <p:nvSpPr>
          <p:cNvPr id="50" name="Google Shape;50;g3c6ed95d72f_1_37"/>
          <p:cNvSpPr txBox="1"/>
          <p:nvPr/>
        </p:nvSpPr>
        <p:spPr>
          <a:xfrm>
            <a:off x="1374688" y="6168050"/>
            <a:ext cx="4483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Contesto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RSA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clinica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amministrativa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1" name="Google Shape;51;g3c6ed95d72f_1_37"/>
          <p:cNvSpPr txBox="1"/>
          <p:nvPr/>
        </p:nvSpPr>
        <p:spPr>
          <a:xfrm>
            <a:off x="6902262" y="6168050"/>
            <a:ext cx="4483500" cy="1816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Attori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Medici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Infermieri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Personale amministrativo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52" name="Google Shape;52;g3c6ed95d72f_1_37"/>
          <p:cNvSpPr/>
          <p:nvPr/>
        </p:nvSpPr>
        <p:spPr>
          <a:xfrm>
            <a:off x="2815565" y="3904616"/>
            <a:ext cx="1601765" cy="1601765"/>
          </a:xfrm>
          <a:custGeom>
            <a:rect b="b" l="l" r="r" t="t"/>
            <a:pathLst>
              <a:path extrusionOk="0" h="949194" w="1031733">
                <a:moveTo>
                  <a:pt x="0" y="0"/>
                </a:moveTo>
                <a:lnTo>
                  <a:pt x="1031733" y="0"/>
                </a:lnTo>
                <a:lnTo>
                  <a:pt x="1031733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53" name="Google Shape;53;g3c6ed95d72f_1_37"/>
          <p:cNvSpPr/>
          <p:nvPr/>
        </p:nvSpPr>
        <p:spPr>
          <a:xfrm>
            <a:off x="12429800" y="287430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54" name="Google Shape;54;g3c6ed95d72f_1_37"/>
          <p:cNvPicPr preferRelativeResize="0"/>
          <p:nvPr/>
        </p:nvPicPr>
        <p:blipFill rotWithShape="1">
          <a:blip r:embed="rId5">
            <a:alphaModFix/>
          </a:blip>
          <a:srcRect b="0" l="0" r="0" t="0"/>
          <a:stretch/>
        </p:blipFill>
        <p:spPr>
          <a:xfrm>
            <a:off x="14101450" y="3904398"/>
            <a:ext cx="1602200" cy="1602200"/>
          </a:xfrm>
          <a:prstGeom prst="rect">
            <a:avLst/>
          </a:prstGeom>
          <a:noFill/>
          <a:ln>
            <a:noFill/>
          </a:ln>
        </p:spPr>
      </p:pic>
      <p:sp>
        <p:nvSpPr>
          <p:cNvPr id="55" name="Google Shape;55;g3c6ed95d72f_1_37"/>
          <p:cNvSpPr txBox="1"/>
          <p:nvPr/>
        </p:nvSpPr>
        <p:spPr>
          <a:xfrm>
            <a:off x="12660788" y="6168050"/>
            <a:ext cx="44835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Funzionalità chiave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Archivio dati clinici e anagrafici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Supporto attivo alle attività assistenziali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</p:spTree>
  </p:cSld>
  <p:clrMapOvr>
    <a:masterClrMapping/>
  </p:clrMapOvr>
  <p:transition>
    <p:fade/>
  </p:transition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59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3c6553b6839_0_17"/>
          <p:cNvSpPr/>
          <p:nvPr/>
        </p:nvSpPr>
        <p:spPr>
          <a:xfrm>
            <a:off x="11437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1" name="Google Shape;61;g3c6553b6839_0_17"/>
          <p:cNvSpPr txBox="1"/>
          <p:nvPr/>
        </p:nvSpPr>
        <p:spPr>
          <a:xfrm>
            <a:off x="1036750" y="1250630"/>
            <a:ext cx="1623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7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Obiettivi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62" name="Google Shape;62;g3c6553b6839_0_17"/>
          <p:cNvSpPr txBox="1"/>
          <p:nvPr/>
        </p:nvSpPr>
        <p:spPr>
          <a:xfrm>
            <a:off x="1374688" y="5938050"/>
            <a:ext cx="44835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Sicurezza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Controllo degli accessi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ruoli e permessi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63" name="Google Shape;63;g3c6553b6839_0_17"/>
          <p:cNvSpPr/>
          <p:nvPr/>
        </p:nvSpPr>
        <p:spPr>
          <a:xfrm>
            <a:off x="2815713" y="3654376"/>
            <a:ext cx="1601481" cy="1815334"/>
          </a:xfrm>
          <a:custGeom>
            <a:rect b="b" l="l" r="r" t="t"/>
            <a:pathLst>
              <a:path extrusionOk="0" h="949194" w="766259">
                <a:moveTo>
                  <a:pt x="0" y="0"/>
                </a:moveTo>
                <a:lnTo>
                  <a:pt x="766258" y="0"/>
                </a:lnTo>
                <a:lnTo>
                  <a:pt x="76625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67" name="Shape 6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8" name="Google Shape;68;g3c6ed95d72f_1_53"/>
          <p:cNvSpPr/>
          <p:nvPr/>
        </p:nvSpPr>
        <p:spPr>
          <a:xfrm>
            <a:off x="66793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69" name="Google Shape;69;g3c6ed95d72f_1_53"/>
          <p:cNvSpPr/>
          <p:nvPr/>
        </p:nvSpPr>
        <p:spPr>
          <a:xfrm>
            <a:off x="11437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70" name="Google Shape;70;g3c6ed95d72f_1_53"/>
          <p:cNvSpPr txBox="1"/>
          <p:nvPr/>
        </p:nvSpPr>
        <p:spPr>
          <a:xfrm>
            <a:off x="1036750" y="1250630"/>
            <a:ext cx="1623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7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Obiettivi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71" name="Google Shape;71;g3c6ed95d72f_1_53"/>
          <p:cNvSpPr txBox="1"/>
          <p:nvPr/>
        </p:nvSpPr>
        <p:spPr>
          <a:xfrm>
            <a:off x="1374688" y="5938050"/>
            <a:ext cx="44835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Sicurezza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Controllo degli accessi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ruoli e permessi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2" name="Google Shape;72;g3c6ed95d72f_1_53"/>
          <p:cNvSpPr txBox="1"/>
          <p:nvPr/>
        </p:nvSpPr>
        <p:spPr>
          <a:xfrm>
            <a:off x="6910288" y="5938050"/>
            <a:ext cx="44835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Tracciabilità clinica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Storicizzazione dello stato di salute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Tracciamento delle attività cliniche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73" name="Google Shape;73;g3c6ed95d72f_1_53"/>
          <p:cNvSpPr/>
          <p:nvPr/>
        </p:nvSpPr>
        <p:spPr>
          <a:xfrm>
            <a:off x="2815713" y="3654376"/>
            <a:ext cx="1601481" cy="1815334"/>
          </a:xfrm>
          <a:custGeom>
            <a:rect b="b" l="l" r="r" t="t"/>
            <a:pathLst>
              <a:path extrusionOk="0" h="949194" w="766259">
                <a:moveTo>
                  <a:pt x="0" y="0"/>
                </a:moveTo>
                <a:lnTo>
                  <a:pt x="766258" y="0"/>
                </a:lnTo>
                <a:lnTo>
                  <a:pt x="76625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74" name="Google Shape;74;g3c6ed95d72f_1_53"/>
          <p:cNvSpPr/>
          <p:nvPr/>
        </p:nvSpPr>
        <p:spPr>
          <a:xfrm>
            <a:off x="8416332" y="3866948"/>
            <a:ext cx="1471448" cy="1602741"/>
          </a:xfrm>
          <a:custGeom>
            <a:rect b="b" l="l" r="r" t="t"/>
            <a:pathLst>
              <a:path extrusionOk="0" h="820866" w="599979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78" name="Shape 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9" name="Google Shape;79;g3c6ed95d72f_1_66"/>
          <p:cNvSpPr/>
          <p:nvPr/>
        </p:nvSpPr>
        <p:spPr>
          <a:xfrm>
            <a:off x="122149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0" name="Google Shape;80;g3c6ed95d72f_1_66"/>
          <p:cNvSpPr/>
          <p:nvPr/>
        </p:nvSpPr>
        <p:spPr>
          <a:xfrm>
            <a:off x="66793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1" name="Google Shape;81;g3c6ed95d72f_1_66"/>
          <p:cNvSpPr/>
          <p:nvPr/>
        </p:nvSpPr>
        <p:spPr>
          <a:xfrm>
            <a:off x="1143700" y="2904050"/>
            <a:ext cx="4945500" cy="65484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85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82" name="Google Shape;82;g3c6ed95d72f_1_66"/>
          <p:cNvSpPr txBox="1"/>
          <p:nvPr/>
        </p:nvSpPr>
        <p:spPr>
          <a:xfrm>
            <a:off x="1036750" y="1250630"/>
            <a:ext cx="162306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7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Obiettivi</a:t>
            </a:r>
            <a:endParaRPr b="0" i="0" sz="7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83" name="Google Shape;83;g3c6ed95d72f_1_66"/>
          <p:cNvSpPr txBox="1"/>
          <p:nvPr/>
        </p:nvSpPr>
        <p:spPr>
          <a:xfrm>
            <a:off x="1374688" y="5938050"/>
            <a:ext cx="4483500" cy="135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Sicurezza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Controllo degli accessi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Gestione ruoli e permessi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4" name="Google Shape;84;g3c6ed95d72f_1_66"/>
          <p:cNvSpPr txBox="1"/>
          <p:nvPr/>
        </p:nvSpPr>
        <p:spPr>
          <a:xfrm>
            <a:off x="6910288" y="5938050"/>
            <a:ext cx="4483500" cy="2276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Tracciabilità clinica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Storicizzazione dello stato di salute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Tracciamento delle attività cliniche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5" name="Google Shape;85;g3c6ed95d72f_1_66"/>
          <p:cNvSpPr txBox="1"/>
          <p:nvPr/>
        </p:nvSpPr>
        <p:spPr>
          <a:xfrm>
            <a:off x="12445912" y="5938050"/>
            <a:ext cx="4483500" cy="2736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28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Riduzione degli errori</a:t>
            </a:r>
            <a:endParaRPr b="1" sz="28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Prescrizione digitale delle terapie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Monitoraggi digitalizzati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3937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2600"/>
              <a:buFont typeface="DM Sans"/>
              <a:buChar char="●"/>
            </a:pPr>
            <a:r>
              <a:rPr lang="en-US" sz="26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Generazione automatica alert clinici</a:t>
            </a:r>
            <a:endParaRPr sz="26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sp>
        <p:nvSpPr>
          <p:cNvPr id="86" name="Google Shape;86;g3c6ed95d72f_1_66"/>
          <p:cNvSpPr/>
          <p:nvPr/>
        </p:nvSpPr>
        <p:spPr>
          <a:xfrm>
            <a:off x="2815713" y="3654376"/>
            <a:ext cx="1601481" cy="1815334"/>
          </a:xfrm>
          <a:custGeom>
            <a:rect b="b" l="l" r="r" t="t"/>
            <a:pathLst>
              <a:path extrusionOk="0" h="949194" w="766259">
                <a:moveTo>
                  <a:pt x="0" y="0"/>
                </a:moveTo>
                <a:lnTo>
                  <a:pt x="766258" y="0"/>
                </a:lnTo>
                <a:lnTo>
                  <a:pt x="76625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7" name="Google Shape;87;g3c6ed95d72f_1_66"/>
          <p:cNvSpPr/>
          <p:nvPr/>
        </p:nvSpPr>
        <p:spPr>
          <a:xfrm>
            <a:off x="8416332" y="3866948"/>
            <a:ext cx="1471448" cy="1602741"/>
          </a:xfrm>
          <a:custGeom>
            <a:rect b="b" l="l" r="r" t="t"/>
            <a:pathLst>
              <a:path extrusionOk="0" h="820866" w="599979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88" name="Google Shape;88;g3c6ed95d72f_1_66"/>
          <p:cNvSpPr/>
          <p:nvPr/>
        </p:nvSpPr>
        <p:spPr>
          <a:xfrm>
            <a:off x="13886900" y="3866900"/>
            <a:ext cx="1319943" cy="1602847"/>
          </a:xfrm>
          <a:custGeom>
            <a:rect b="b" l="l" r="r" t="t"/>
            <a:pathLst>
              <a:path extrusionOk="0" h="848067" w="565892">
                <a:moveTo>
                  <a:pt x="0" y="0"/>
                </a:moveTo>
                <a:lnTo>
                  <a:pt x="565893" y="0"/>
                </a:lnTo>
                <a:lnTo>
                  <a:pt x="565893" y="848067"/>
                </a:lnTo>
                <a:lnTo>
                  <a:pt x="0" y="848067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g3c6553b6839_0_402"/>
          <p:cNvSpPr txBox="1"/>
          <p:nvPr/>
        </p:nvSpPr>
        <p:spPr>
          <a:xfrm>
            <a:off x="1036750" y="1250630"/>
            <a:ext cx="16230600" cy="177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7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Processo software - UP</a:t>
            </a:r>
            <a:endParaRPr sz="72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t/>
            </a:r>
            <a:endParaRPr sz="72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4" name="Google Shape;94;g3c6553b6839_0_402"/>
          <p:cNvSpPr/>
          <p:nvPr/>
        </p:nvSpPr>
        <p:spPr>
          <a:xfrm>
            <a:off x="3631350" y="2448425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I1 : Ideazione del progetto</a:t>
            </a:r>
            <a:endParaRPr sz="27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5" name="Google Shape;95;g3c6553b6839_0_402"/>
          <p:cNvSpPr/>
          <p:nvPr/>
        </p:nvSpPr>
        <p:spPr>
          <a:xfrm>
            <a:off x="3631425" y="3715400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E1: Elaborazione modello </a:t>
            </a: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architetturale e casi d’uso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6" name="Google Shape;96;g3c6553b6839_0_402"/>
          <p:cNvSpPr/>
          <p:nvPr/>
        </p:nvSpPr>
        <p:spPr>
          <a:xfrm>
            <a:off x="3631425" y="4982375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CE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E2: Sviluppo diagramma ER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7" name="Google Shape;97;g3c6553b6839_0_402"/>
          <p:cNvSpPr/>
          <p:nvPr/>
        </p:nvSpPr>
        <p:spPr>
          <a:xfrm>
            <a:off x="3631425" y="6249350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CE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C1 : Creazione classi principali MVC e collegamento DB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8" name="Google Shape;98;g3c6553b6839_0_402"/>
          <p:cNvSpPr/>
          <p:nvPr/>
        </p:nvSpPr>
        <p:spPr>
          <a:xfrm>
            <a:off x="3631425" y="7516325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BD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C2: Realizzazione delle interfacce grafiche</a:t>
            </a:r>
            <a:endParaRPr i="1"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99" name="Google Shape;99;g3c6553b6839_0_402"/>
          <p:cNvSpPr/>
          <p:nvPr/>
        </p:nvSpPr>
        <p:spPr>
          <a:xfrm>
            <a:off x="3631350" y="8783300"/>
            <a:ext cx="11049300" cy="882600"/>
          </a:xfrm>
          <a:prstGeom prst="chevron">
            <a:avLst>
              <a:gd fmla="val 50000" name="adj"/>
            </a:avLst>
          </a:prstGeom>
          <a:solidFill>
            <a:srgbClr val="F1BDC0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T1: </a:t>
            </a: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Implementazione</a:t>
            </a: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 test e rafactorig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03" name="Shape 10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4" name="Google Shape;104;g3c6553b6839_0_178"/>
          <p:cNvSpPr/>
          <p:nvPr/>
        </p:nvSpPr>
        <p:spPr>
          <a:xfrm>
            <a:off x="7883325" y="7612688"/>
            <a:ext cx="99150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5" name="Google Shape;105;g3c6553b6839_0_178"/>
          <p:cNvSpPr/>
          <p:nvPr/>
        </p:nvSpPr>
        <p:spPr>
          <a:xfrm>
            <a:off x="7883325" y="6107188"/>
            <a:ext cx="99150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6" name="Google Shape;106;g3c6553b6839_0_178"/>
          <p:cNvSpPr/>
          <p:nvPr/>
        </p:nvSpPr>
        <p:spPr>
          <a:xfrm>
            <a:off x="7883325" y="4601688"/>
            <a:ext cx="99150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7" name="Google Shape;107;g3c6553b6839_0_178"/>
          <p:cNvSpPr/>
          <p:nvPr/>
        </p:nvSpPr>
        <p:spPr>
          <a:xfrm>
            <a:off x="7883325" y="3096188"/>
            <a:ext cx="99150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08" name="Google Shape;108;g3c6553b6839_0_178"/>
          <p:cNvSpPr/>
          <p:nvPr/>
        </p:nvSpPr>
        <p:spPr>
          <a:xfrm>
            <a:off x="7883325" y="1590688"/>
            <a:ext cx="99150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09" name="Google Shape;109;g3c6553b6839_0_178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10" name="Google Shape;110;g3c6553b6839_0_178"/>
          <p:cNvSpPr txBox="1"/>
          <p:nvPr/>
        </p:nvSpPr>
        <p:spPr>
          <a:xfrm>
            <a:off x="300963" y="3862795"/>
            <a:ext cx="71061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Requisiti funzionali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1" name="Google Shape;111;g3c6553b6839_0_178"/>
          <p:cNvSpPr/>
          <p:nvPr/>
        </p:nvSpPr>
        <p:spPr>
          <a:xfrm>
            <a:off x="8126153" y="1858101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2" name="Google Shape;112;g3c6553b6839_0_178"/>
          <p:cNvSpPr txBox="1"/>
          <p:nvPr/>
        </p:nvSpPr>
        <p:spPr>
          <a:xfrm>
            <a:off x="8913825" y="1913175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RF1 - Gestione Accessi e Autenticazione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3" name="Google Shape;113;g3c6553b6839_0_178"/>
          <p:cNvSpPr/>
          <p:nvPr/>
        </p:nvSpPr>
        <p:spPr>
          <a:xfrm>
            <a:off x="8126153" y="3336626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4" name="Google Shape;114;g3c6553b6839_0_178"/>
          <p:cNvSpPr txBox="1"/>
          <p:nvPr/>
        </p:nvSpPr>
        <p:spPr>
          <a:xfrm>
            <a:off x="8913825" y="3391700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RF2 - Gestione dei Profili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5" name="Google Shape;115;g3c6553b6839_0_178"/>
          <p:cNvSpPr/>
          <p:nvPr/>
        </p:nvSpPr>
        <p:spPr>
          <a:xfrm>
            <a:off x="8085828" y="4846489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6" name="Google Shape;116;g3c6553b6839_0_178"/>
          <p:cNvSpPr txBox="1"/>
          <p:nvPr/>
        </p:nvSpPr>
        <p:spPr>
          <a:xfrm>
            <a:off x="8873500" y="4901563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RF3- Registrazione dei Monitoraggi Clinici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7" name="Google Shape;117;g3c6553b6839_0_178"/>
          <p:cNvSpPr/>
          <p:nvPr/>
        </p:nvSpPr>
        <p:spPr>
          <a:xfrm>
            <a:off x="8085828" y="6284639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18" name="Google Shape;118;g3c6553b6839_0_178"/>
          <p:cNvSpPr txBox="1"/>
          <p:nvPr/>
        </p:nvSpPr>
        <p:spPr>
          <a:xfrm>
            <a:off x="8873500" y="6402700"/>
            <a:ext cx="86253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RF4- Generazione Automatica degli Alert Clinici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19" name="Google Shape;119;g3c6553b6839_0_178"/>
          <p:cNvSpPr/>
          <p:nvPr/>
        </p:nvSpPr>
        <p:spPr>
          <a:xfrm>
            <a:off x="8126153" y="7848751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20" name="Google Shape;120;g3c6553b6839_0_178"/>
          <p:cNvSpPr txBox="1"/>
          <p:nvPr/>
        </p:nvSpPr>
        <p:spPr>
          <a:xfrm>
            <a:off x="8913825" y="7903825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RF5 - Consultazione e Risoluzione degli alert</a:t>
            </a:r>
            <a:endParaRPr i="0" sz="1400" u="none" cap="none" strike="noStrike">
              <a:solidFill>
                <a:srgbClr val="000000"/>
              </a:solidFill>
            </a:endParaRPr>
          </a:p>
        </p:txBody>
      </p:sp>
    </p:spTree>
  </p:cSld>
  <p:clrMapOvr>
    <a:masterClrMapping/>
  </p:clrMapOvr>
  <p:transition>
    <p:fade/>
  </p:transition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24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5" name="Google Shape;125;g3c6ed95d72f_1_9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26" name="Google Shape;126;g3c6ed95d72f_1_94"/>
          <p:cNvSpPr txBox="1"/>
          <p:nvPr/>
        </p:nvSpPr>
        <p:spPr>
          <a:xfrm>
            <a:off x="300963" y="3222595"/>
            <a:ext cx="71061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Requisiti </a:t>
            </a:r>
            <a:endParaRPr sz="104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non</a:t>
            </a:r>
            <a:endParaRPr sz="104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funzionali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27" name="Google Shape;127;g3c6ed95d72f_1_94"/>
          <p:cNvSpPr/>
          <p:nvPr/>
        </p:nvSpPr>
        <p:spPr>
          <a:xfrm>
            <a:off x="9336475" y="61072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28" name="Google Shape;128;g3c6ed95d72f_1_94"/>
          <p:cNvSpPr/>
          <p:nvPr/>
        </p:nvSpPr>
        <p:spPr>
          <a:xfrm>
            <a:off x="9336475" y="46017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29" name="Google Shape;129;g3c6ed95d72f_1_94"/>
          <p:cNvSpPr/>
          <p:nvPr/>
        </p:nvSpPr>
        <p:spPr>
          <a:xfrm>
            <a:off x="9336475" y="3096200"/>
            <a:ext cx="6042300" cy="1083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30" name="Google Shape;130;g3c6ed95d72f_1_94"/>
          <p:cNvSpPr/>
          <p:nvPr/>
        </p:nvSpPr>
        <p:spPr>
          <a:xfrm>
            <a:off x="9579303" y="3363601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1" name="Google Shape;131;g3c6ed95d72f_1_94"/>
          <p:cNvSpPr txBox="1"/>
          <p:nvPr/>
        </p:nvSpPr>
        <p:spPr>
          <a:xfrm>
            <a:off x="10366975" y="3418675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RNF1 - Usabilità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2" name="Google Shape;132;g3c6ed95d72f_1_94"/>
          <p:cNvSpPr/>
          <p:nvPr/>
        </p:nvSpPr>
        <p:spPr>
          <a:xfrm>
            <a:off x="9579303" y="4842126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3" name="Google Shape;133;g3c6ed95d72f_1_94"/>
          <p:cNvSpPr txBox="1"/>
          <p:nvPr/>
        </p:nvSpPr>
        <p:spPr>
          <a:xfrm>
            <a:off x="10366975" y="4897200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RNF2 - Compatibilità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34" name="Google Shape;134;g3c6ed95d72f_1_94"/>
          <p:cNvSpPr/>
          <p:nvPr/>
        </p:nvSpPr>
        <p:spPr>
          <a:xfrm>
            <a:off x="9538978" y="6351989"/>
            <a:ext cx="563744" cy="602738"/>
          </a:xfrm>
          <a:custGeom>
            <a:rect b="b" l="l" r="r" t="t"/>
            <a:pathLst>
              <a:path extrusionOk="0" h="949194" w="947469">
                <a:moveTo>
                  <a:pt x="0" y="0"/>
                </a:moveTo>
                <a:lnTo>
                  <a:pt x="947468" y="0"/>
                </a:lnTo>
                <a:lnTo>
                  <a:pt x="947468" y="949195"/>
                </a:lnTo>
                <a:lnTo>
                  <a:pt x="0" y="949195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35" name="Google Shape;135;g3c6ed95d72f_1_94"/>
          <p:cNvSpPr txBox="1"/>
          <p:nvPr/>
        </p:nvSpPr>
        <p:spPr>
          <a:xfrm>
            <a:off x="10326650" y="6407063"/>
            <a:ext cx="8259000" cy="492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RNF3- Affidabilità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  <p:transition>
    <p:fade/>
  </p:transition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39" name="Shape 1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0" name="Google Shape;140;g3c73699b344_0_10"/>
          <p:cNvPicPr preferRelativeResize="0"/>
          <p:nvPr/>
        </p:nvPicPr>
        <p:blipFill rotWithShape="1">
          <a:blip r:embed="rId3">
            <a:alphaModFix amt="65000"/>
          </a:blip>
          <a:srcRect b="-550" l="-38900" r="38899" t="550"/>
          <a:stretch/>
        </p:blipFill>
        <p:spPr>
          <a:xfrm>
            <a:off x="6144661" y="-17555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41" name="Google Shape;141;g3c73699b344_0_10"/>
          <p:cNvSpPr txBox="1"/>
          <p:nvPr/>
        </p:nvSpPr>
        <p:spPr>
          <a:xfrm>
            <a:off x="10916863" y="3609320"/>
            <a:ext cx="71061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Tecnologie</a:t>
            </a:r>
            <a:endParaRPr sz="104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Utilizzate</a:t>
            </a:r>
            <a:endParaRPr sz="104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42" name="Google Shape;142;g3c73699b344_0_10"/>
          <p:cNvSpPr/>
          <p:nvPr/>
        </p:nvSpPr>
        <p:spPr>
          <a:xfrm>
            <a:off x="785701" y="2985112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JavaSE 21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43" name="Google Shape;143;g3c73699b344_0_10"/>
          <p:cNvSpPr/>
          <p:nvPr/>
        </p:nvSpPr>
        <p:spPr>
          <a:xfrm>
            <a:off x="785701" y="5321278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F0EAD1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MySQL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44" name="Google Shape;144;g3c73699b344_0_10"/>
          <p:cNvSpPr/>
          <p:nvPr/>
        </p:nvSpPr>
        <p:spPr>
          <a:xfrm>
            <a:off x="5189898" y="2985112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Java Swing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45" name="Google Shape;145;g3c73699b344_0_10"/>
          <p:cNvSpPr/>
          <p:nvPr/>
        </p:nvSpPr>
        <p:spPr>
          <a:xfrm>
            <a:off x="5189898" y="5321278"/>
            <a:ext cx="3854700" cy="1980600"/>
          </a:xfrm>
          <a:prstGeom prst="roundRect">
            <a:avLst>
              <a:gd fmla="val 16667" name="adj"/>
            </a:avLst>
          </a:prstGeom>
          <a:solidFill>
            <a:srgbClr val="D9EAD3"/>
          </a:solidFill>
          <a:ln cap="flat" cmpd="sng" w="2227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71250" lIns="71250" spcFirstLastPara="1" rIns="71250" wrap="square" tIns="71250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     </a:t>
            </a:r>
            <a:r>
              <a:rPr lang="en-US" sz="3000">
                <a:latin typeface="DM Serif Display"/>
                <a:ea typeface="DM Serif Display"/>
                <a:cs typeface="DM Serif Display"/>
                <a:sym typeface="DM Serif Display"/>
              </a:rPr>
              <a:t>JDBC Connector</a:t>
            </a:r>
            <a:endParaRPr sz="30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46" name="Google Shape;146;g3c73699b344_0_10"/>
          <p:cNvSpPr/>
          <p:nvPr/>
        </p:nvSpPr>
        <p:spPr>
          <a:xfrm>
            <a:off x="1179676" y="6083785"/>
            <a:ext cx="325489" cy="455581"/>
          </a:xfrm>
          <a:custGeom>
            <a:rect b="b" l="l" r="r" t="t"/>
            <a:pathLst>
              <a:path extrusionOk="0" h="820866" w="599979">
                <a:moveTo>
                  <a:pt x="0" y="0"/>
                </a:moveTo>
                <a:lnTo>
                  <a:pt x="599978" y="0"/>
                </a:lnTo>
                <a:lnTo>
                  <a:pt x="599978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4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7" name="Google Shape;147;g3c73699b344_0_10"/>
          <p:cNvSpPr/>
          <p:nvPr/>
        </p:nvSpPr>
        <p:spPr>
          <a:xfrm>
            <a:off x="5440714" y="6083923"/>
            <a:ext cx="415285" cy="455303"/>
          </a:xfrm>
          <a:custGeom>
            <a:rect b="b" l="l" r="r" t="t"/>
            <a:pathLst>
              <a:path extrusionOk="0" h="929190" w="802483">
                <a:moveTo>
                  <a:pt x="0" y="0"/>
                </a:moveTo>
                <a:lnTo>
                  <a:pt x="802483" y="0"/>
                </a:lnTo>
                <a:lnTo>
                  <a:pt x="802483" y="929191"/>
                </a:lnTo>
                <a:lnTo>
                  <a:pt x="0" y="929191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5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8" name="Google Shape;148;g3c73699b344_0_10"/>
          <p:cNvSpPr/>
          <p:nvPr/>
        </p:nvSpPr>
        <p:spPr>
          <a:xfrm>
            <a:off x="5441013" y="3747588"/>
            <a:ext cx="414699" cy="455613"/>
          </a:xfrm>
          <a:custGeom>
            <a:rect b="b" l="l" r="r" t="t"/>
            <a:pathLst>
              <a:path extrusionOk="0" h="949194" w="833565">
                <a:moveTo>
                  <a:pt x="0" y="0"/>
                </a:moveTo>
                <a:lnTo>
                  <a:pt x="833565" y="0"/>
                </a:lnTo>
                <a:lnTo>
                  <a:pt x="833565" y="949194"/>
                </a:lnTo>
                <a:lnTo>
                  <a:pt x="0" y="949194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6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49" name="Google Shape;149;g3c73699b344_0_10"/>
          <p:cNvSpPr/>
          <p:nvPr/>
        </p:nvSpPr>
        <p:spPr>
          <a:xfrm>
            <a:off x="1135161" y="3747602"/>
            <a:ext cx="414537" cy="455581"/>
          </a:xfrm>
          <a:custGeom>
            <a:rect b="b" l="l" r="r" t="t"/>
            <a:pathLst>
              <a:path extrusionOk="0" h="820866" w="820866">
                <a:moveTo>
                  <a:pt x="0" y="0"/>
                </a:moveTo>
                <a:lnTo>
                  <a:pt x="820866" y="0"/>
                </a:lnTo>
                <a:lnTo>
                  <a:pt x="820866" y="820866"/>
                </a:lnTo>
                <a:lnTo>
                  <a:pt x="0" y="82086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7">
              <a:alphaModFix/>
            </a:blip>
            <a:stretch>
              <a:fillRect b="0" l="0" r="0" t="0"/>
            </a:stretch>
          </a:blipFill>
          <a:ln>
            <a:noFill/>
          </a:ln>
        </p:spPr>
      </p:sp>
    </p:spTree>
  </p:cSld>
  <p:clrMapOvr>
    <a:masterClrMapping/>
  </p:clrMapOvr>
  <p:transition>
    <p:fade/>
  </p:transition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53" name="Shape 15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4" name="Google Shape;154;g3c795516f76_0_8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6645564" y="-1371862"/>
            <a:ext cx="13291150" cy="13291150"/>
          </a:xfrm>
          <a:prstGeom prst="rect">
            <a:avLst/>
          </a:prstGeom>
          <a:noFill/>
          <a:ln>
            <a:noFill/>
          </a:ln>
        </p:spPr>
      </p:pic>
      <p:sp>
        <p:nvSpPr>
          <p:cNvPr id="155" name="Google Shape;155;g3c795516f76_0_8"/>
          <p:cNvSpPr txBox="1"/>
          <p:nvPr/>
        </p:nvSpPr>
        <p:spPr>
          <a:xfrm>
            <a:off x="300963" y="3222595"/>
            <a:ext cx="7106100" cy="38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DB </a:t>
            </a:r>
            <a:endParaRPr sz="104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Diagramma</a:t>
            </a: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lang="en-US" sz="10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ER</a:t>
            </a:r>
            <a:endParaRPr sz="104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156" name="Google Shape;156;g3c795516f76_0_8" title="Diagramma_ER.drawio.png"/>
          <p:cNvPicPr preferRelativeResize="0"/>
          <p:nvPr/>
        </p:nvPicPr>
        <p:blipFill rotWithShape="1">
          <a:blip r:embed="rId4">
            <a:alphaModFix/>
          </a:blip>
          <a:srcRect b="17903" l="12141" r="0" t="4324"/>
          <a:stretch/>
        </p:blipFill>
        <p:spPr>
          <a:xfrm>
            <a:off x="7848875" y="2845709"/>
            <a:ext cx="9924550" cy="485602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60" name="Shape 16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1" name="Google Shape;161;g3c6553b6839_0_23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62" name="Google Shape;162;g3c6553b6839_0_234"/>
          <p:cNvSpPr txBox="1"/>
          <p:nvPr/>
        </p:nvSpPr>
        <p:spPr>
          <a:xfrm>
            <a:off x="7934800" y="4385338"/>
            <a:ext cx="9808200" cy="886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7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Strato di Persistenza</a:t>
            </a:r>
            <a:endParaRPr sz="72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63" name="Google Shape;163;g3c6553b6839_0_234"/>
          <p:cNvSpPr txBox="1"/>
          <p:nvPr/>
        </p:nvSpPr>
        <p:spPr>
          <a:xfrm>
            <a:off x="7934799" y="5439938"/>
            <a:ext cx="6136800" cy="461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Accesso ai dati del Database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64" name="Google Shape;164;g3c6553b6839_0_23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</p:spPr>
      </p:pic>
      <p:sp>
        <p:nvSpPr>
          <p:cNvPr id="165" name="Google Shape;165;g3c6553b6839_0_234"/>
          <p:cNvSpPr/>
          <p:nvPr/>
        </p:nvSpPr>
        <p:spPr>
          <a:xfrm>
            <a:off x="1016975" y="3705025"/>
            <a:ext cx="2945400" cy="1905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69" name="Shape 1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0" name="Google Shape;170;g3c6553b6839_0_246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71" name="Google Shape;171;g3c6553b6839_0_246"/>
          <p:cNvSpPr txBox="1"/>
          <p:nvPr/>
        </p:nvSpPr>
        <p:spPr>
          <a:xfrm>
            <a:off x="7954400" y="4134963"/>
            <a:ext cx="9808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57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Connessione al Database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72" name="Google Shape;172;g3c6553b6839_0_246"/>
          <p:cNvSpPr txBox="1"/>
          <p:nvPr/>
        </p:nvSpPr>
        <p:spPr>
          <a:xfrm>
            <a:off x="7954400" y="5159325"/>
            <a:ext cx="9808200" cy="99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Operazioni di apertura e chiusura della connessione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Lettura file properties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73" name="Google Shape;173;g3c6553b6839_0_246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rgbClr val="000000">
                <a:alpha val="20000"/>
              </a:srgbClr>
            </a:outerShdw>
          </a:effectLst>
        </p:spPr>
      </p:pic>
      <p:pic>
        <p:nvPicPr>
          <p:cNvPr id="174" name="Google Shape;174;g3c6553b6839_0_246"/>
          <p:cNvPicPr preferRelativeResize="0"/>
          <p:nvPr/>
        </p:nvPicPr>
        <p:blipFill rotWithShape="1">
          <a:blip r:embed="rId4">
            <a:alphaModFix/>
          </a:blip>
          <a:srcRect b="11094" l="7457" r="30958" t="66497"/>
          <a:stretch/>
        </p:blipFill>
        <p:spPr>
          <a:xfrm>
            <a:off x="740725" y="6700900"/>
            <a:ext cx="4582300" cy="213320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78" name="Shape 17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9" name="Google Shape;179;g3c6553b6839_0_261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80" name="Google Shape;180;g3c6553b6839_0_261"/>
          <p:cNvSpPr txBox="1"/>
          <p:nvPr/>
        </p:nvSpPr>
        <p:spPr>
          <a:xfrm>
            <a:off x="7964275" y="3406775"/>
            <a:ext cx="9808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57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Mapping tra DB e Oggetti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81" name="Google Shape;181;g3c6553b6839_0_261"/>
          <p:cNvSpPr txBox="1"/>
          <p:nvPr/>
        </p:nvSpPr>
        <p:spPr>
          <a:xfrm>
            <a:off x="7964286" y="4293295"/>
            <a:ext cx="9055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DAO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82" name="Google Shape;182;g3c6553b6839_0_261"/>
          <p:cNvSpPr txBox="1"/>
          <p:nvPr/>
        </p:nvSpPr>
        <p:spPr>
          <a:xfrm>
            <a:off x="7964275" y="5065200"/>
            <a:ext cx="7581300" cy="258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POJO: </a:t>
            </a:r>
            <a:r>
              <a:rPr i="1"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PersonaDB, CartellaClinicaDB, MonitoraggioDB, TerapiaDB</a:t>
            </a:r>
            <a:endParaRPr i="1"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Interfacce DAO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Implementazioni interfacce DAO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83" name="Google Shape;183;g3c6553b6839_0_261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84" name="Google Shape;184;g3c6553b6839_0_261"/>
          <p:cNvPicPr preferRelativeResize="0"/>
          <p:nvPr/>
        </p:nvPicPr>
        <p:blipFill rotWithShape="1">
          <a:blip r:embed="rId4">
            <a:alphaModFix/>
          </a:blip>
          <a:srcRect b="35839" l="4170" r="3977" t="44040"/>
          <a:stretch/>
        </p:blipFill>
        <p:spPr>
          <a:xfrm>
            <a:off x="490413" y="4571300"/>
            <a:ext cx="6834675" cy="1915376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188" name="Shape 1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9" name="Google Shape;189;g3c6553b6839_0_270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190" name="Google Shape;190;g3c6553b6839_0_270"/>
          <p:cNvSpPr txBox="1"/>
          <p:nvPr/>
        </p:nvSpPr>
        <p:spPr>
          <a:xfrm>
            <a:off x="7989825" y="3552425"/>
            <a:ext cx="9808200" cy="702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57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Data Access Layer</a:t>
            </a:r>
            <a:endParaRPr b="0" i="0" sz="57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191" name="Google Shape;191;g3c6553b6839_0_270"/>
          <p:cNvSpPr txBox="1"/>
          <p:nvPr/>
        </p:nvSpPr>
        <p:spPr>
          <a:xfrm>
            <a:off x="7989836" y="4438945"/>
            <a:ext cx="9055500" cy="477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Facade, Singleton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192" name="Google Shape;192;g3c6553b6839_0_270"/>
          <p:cNvSpPr txBox="1"/>
          <p:nvPr/>
        </p:nvSpPr>
        <p:spPr>
          <a:xfrm>
            <a:off x="7989825" y="5210875"/>
            <a:ext cx="8485500" cy="1523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Interfaccia unica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Punto di accesso centralizzato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  <a:p>
            <a:pPr indent="-419100" lvl="0" marL="45720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1F1F1F"/>
              </a:buClr>
              <a:buSzPts val="3000"/>
              <a:buFont typeface="DM Sans"/>
              <a:buChar char="●"/>
            </a:pPr>
            <a:r>
              <a:rPr lang="en-US" sz="3000">
                <a:solidFill>
                  <a:srgbClr val="1F1F1F"/>
                </a:solidFill>
                <a:latin typeface="DM Sans"/>
                <a:ea typeface="DM Sans"/>
                <a:cs typeface="DM Sans"/>
                <a:sym typeface="DM Sans"/>
              </a:rPr>
              <a:t>Database - Model</a:t>
            </a:r>
            <a:endParaRPr sz="3000">
              <a:solidFill>
                <a:srgbClr val="1F1F1F"/>
              </a:solidFill>
              <a:latin typeface="DM Sans"/>
              <a:ea typeface="DM Sans"/>
              <a:cs typeface="DM Sans"/>
              <a:sym typeface="DM Sans"/>
            </a:endParaRPr>
          </a:p>
        </p:txBody>
      </p:sp>
      <p:pic>
        <p:nvPicPr>
          <p:cNvPr id="193" name="Google Shape;193;g3c6553b6839_0_270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187400" y="383792"/>
            <a:ext cx="7440699" cy="9519409"/>
          </a:xfrm>
          <a:prstGeom prst="rect">
            <a:avLst/>
          </a:prstGeom>
          <a:noFill/>
          <a:ln>
            <a:noFill/>
          </a:ln>
        </p:spPr>
      </p:pic>
      <p:pic>
        <p:nvPicPr>
          <p:cNvPr id="194" name="Google Shape;194;g3c6553b6839_0_270"/>
          <p:cNvPicPr preferRelativeResize="0"/>
          <p:nvPr/>
        </p:nvPicPr>
        <p:blipFill rotWithShape="1">
          <a:blip r:embed="rId4">
            <a:alphaModFix/>
          </a:blip>
          <a:srcRect b="58122" l="3979" r="42392" t="20243"/>
          <a:stretch/>
        </p:blipFill>
        <p:spPr>
          <a:xfrm>
            <a:off x="477675" y="2258725"/>
            <a:ext cx="3990201" cy="2140474"/>
          </a:xfrm>
          <a:prstGeom prst="rect">
            <a:avLst/>
          </a:prstGeom>
          <a:noFill/>
          <a:ln>
            <a:noFill/>
          </a:ln>
        </p:spPr>
      </p:pic>
      <p:pic>
        <p:nvPicPr>
          <p:cNvPr id="195" name="Google Shape;195;g3c6553b6839_0_270"/>
          <p:cNvPicPr preferRelativeResize="0"/>
          <p:nvPr/>
        </p:nvPicPr>
        <p:blipFill rotWithShape="1">
          <a:blip r:embed="rId4">
            <a:alphaModFix/>
          </a:blip>
          <a:srcRect b="87050" l="14900" r="53096" t="483"/>
          <a:stretch/>
        </p:blipFill>
        <p:spPr>
          <a:xfrm>
            <a:off x="1282150" y="383800"/>
            <a:ext cx="2407775" cy="1226274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196" name="Google Shape;196;g3c6553b6839_0_270"/>
          <p:cNvCxnSpPr/>
          <p:nvPr/>
        </p:nvCxnSpPr>
        <p:spPr>
          <a:xfrm flipH="1">
            <a:off x="2481175" y="1420900"/>
            <a:ext cx="6000" cy="1644600"/>
          </a:xfrm>
          <a:prstGeom prst="straightConnector1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197" name="Google Shape;197;g3c6553b6839_0_270"/>
          <p:cNvSpPr/>
          <p:nvPr/>
        </p:nvSpPr>
        <p:spPr>
          <a:xfrm>
            <a:off x="1016975" y="3705025"/>
            <a:ext cx="2945400" cy="190500"/>
          </a:xfrm>
          <a:prstGeom prst="rect">
            <a:avLst/>
          </a:prstGeom>
          <a:solidFill>
            <a:srgbClr val="F1F1F1"/>
          </a:solidFill>
          <a:ln>
            <a:noFill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1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01" name="Shape 20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2" name="Google Shape;202;g3c6553b6839_0_293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1018075" y="-2951388"/>
            <a:ext cx="15513776" cy="15513776"/>
          </a:xfrm>
          <a:prstGeom prst="rect">
            <a:avLst/>
          </a:prstGeom>
          <a:noFill/>
          <a:ln>
            <a:noFill/>
          </a:ln>
        </p:spPr>
      </p:pic>
      <p:sp>
        <p:nvSpPr>
          <p:cNvPr id="203" name="Google Shape;203;g3c6553b6839_0_293"/>
          <p:cNvSpPr txBox="1"/>
          <p:nvPr/>
        </p:nvSpPr>
        <p:spPr>
          <a:xfrm>
            <a:off x="8149200" y="4232250"/>
            <a:ext cx="9714900" cy="1822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7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Architettura Model-View-Controller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04" name="Google Shape;204;g3c6553b6839_0_293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621650" y="205050"/>
            <a:ext cx="6487625" cy="9876899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08" name="Shape 2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09" name="Google Shape;209;g3c73699b344_0_89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-8093375" y="-2613388"/>
            <a:ext cx="15513776" cy="15513776"/>
          </a:xfrm>
          <a:prstGeom prst="rect">
            <a:avLst/>
          </a:prstGeom>
          <a:noFill/>
          <a:ln>
            <a:noFill/>
          </a:ln>
        </p:spPr>
      </p:pic>
      <p:pic>
        <p:nvPicPr>
          <p:cNvPr id="210" name="Google Shape;210;g3c73699b344_0_89"/>
          <p:cNvPicPr preferRelativeResize="0"/>
          <p:nvPr/>
        </p:nvPicPr>
        <p:blipFill rotWithShape="1">
          <a:blip r:embed="rId4">
            <a:alphaModFix/>
          </a:blip>
          <a:srcRect b="44243" l="0" r="90272" t="0"/>
          <a:stretch/>
        </p:blipFill>
        <p:spPr>
          <a:xfrm>
            <a:off x="11958175" y="481410"/>
            <a:ext cx="1885332" cy="3577660"/>
          </a:xfrm>
          <a:prstGeom prst="rect">
            <a:avLst/>
          </a:prstGeom>
          <a:noFill/>
          <a:ln>
            <a:noFill/>
          </a:ln>
        </p:spPr>
      </p:pic>
      <p:pic>
        <p:nvPicPr>
          <p:cNvPr id="211" name="Google Shape;211;g3c73699b344_0_89"/>
          <p:cNvPicPr preferRelativeResize="0"/>
          <p:nvPr/>
        </p:nvPicPr>
        <p:blipFill rotWithShape="1">
          <a:blip r:embed="rId4">
            <a:alphaModFix/>
          </a:blip>
          <a:srcRect b="22289" l="10705" r="42970" t="13439"/>
          <a:stretch/>
        </p:blipFill>
        <p:spPr>
          <a:xfrm>
            <a:off x="9068579" y="5082052"/>
            <a:ext cx="8978980" cy="4124011"/>
          </a:xfrm>
          <a:prstGeom prst="rect">
            <a:avLst/>
          </a:prstGeom>
          <a:noFill/>
          <a:ln>
            <a:noFill/>
          </a:ln>
        </p:spPr>
      </p:pic>
      <p:pic>
        <p:nvPicPr>
          <p:cNvPr id="212" name="Google Shape;212;g3c73699b344_0_89"/>
          <p:cNvPicPr preferRelativeResize="0"/>
          <p:nvPr/>
        </p:nvPicPr>
        <p:blipFill rotWithShape="1">
          <a:blip r:embed="rId4">
            <a:alphaModFix/>
          </a:blip>
          <a:srcRect b="0" l="57758" r="1090" t="14507"/>
          <a:stretch/>
        </p:blipFill>
        <p:spPr>
          <a:xfrm>
            <a:off x="174004" y="4401151"/>
            <a:ext cx="7976023" cy="5485813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13" name="Google Shape;213;g3c73699b344_0_89"/>
          <p:cNvCxnSpPr>
            <a:stCxn id="212" idx="0"/>
            <a:endCxn id="210" idx="1"/>
          </p:cNvCxnSpPr>
          <p:nvPr/>
        </p:nvCxnSpPr>
        <p:spPr>
          <a:xfrm rot="-5400000">
            <a:off x="6994616" y="-562349"/>
            <a:ext cx="2130900" cy="77961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4" name="Google Shape;214;g3c73699b344_0_89"/>
          <p:cNvCxnSpPr>
            <a:stCxn id="211" idx="0"/>
            <a:endCxn id="210" idx="2"/>
          </p:cNvCxnSpPr>
          <p:nvPr/>
        </p:nvCxnSpPr>
        <p:spPr>
          <a:xfrm flipH="1" rot="5400000">
            <a:off x="12717919" y="4241902"/>
            <a:ext cx="1023000" cy="657300"/>
          </a:xfrm>
          <a:prstGeom prst="curvedConnector3">
            <a:avLst>
              <a:gd fmla="val 49999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stealth"/>
          </a:ln>
        </p:spPr>
      </p:cxnSp>
      <p:cxnSp>
        <p:nvCxnSpPr>
          <p:cNvPr id="215" name="Google Shape;215;g3c73699b344_0_89"/>
          <p:cNvCxnSpPr>
            <a:stCxn id="211" idx="1"/>
            <a:endCxn id="212" idx="3"/>
          </p:cNvCxnSpPr>
          <p:nvPr/>
        </p:nvCxnSpPr>
        <p:spPr>
          <a:xfrm flipH="1">
            <a:off x="8149979" y="7144057"/>
            <a:ext cx="918600" cy="600"/>
          </a:xfrm>
          <a:prstGeom prst="curvedConnector3">
            <a:avLst>
              <a:gd fmla="val 5316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diamond"/>
            <a:tailEnd len="med" w="med" type="none"/>
          </a:ln>
        </p:spPr>
      </p:cxnSp>
      <p:sp>
        <p:nvSpPr>
          <p:cNvPr id="216" name="Google Shape;216;g3c73699b344_0_89"/>
          <p:cNvSpPr/>
          <p:nvPr/>
        </p:nvSpPr>
        <p:spPr>
          <a:xfrm>
            <a:off x="7810150" y="4401150"/>
            <a:ext cx="339900" cy="1659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7" name="Google Shape;217;g3c73699b344_0_89"/>
          <p:cNvSpPr/>
          <p:nvPr/>
        </p:nvSpPr>
        <p:spPr>
          <a:xfrm>
            <a:off x="17646100" y="5082050"/>
            <a:ext cx="401400" cy="143100"/>
          </a:xfrm>
          <a:prstGeom prst="rect">
            <a:avLst/>
          </a:prstGeom>
          <a:solidFill>
            <a:schemeClr val="lt1"/>
          </a:solidFill>
          <a:ln cap="flat" cmpd="sng" w="10700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8" name="Google Shape;218;g3c73699b344_0_89"/>
          <p:cNvSpPr/>
          <p:nvPr/>
        </p:nvSpPr>
        <p:spPr>
          <a:xfrm>
            <a:off x="18009450" y="5225150"/>
            <a:ext cx="462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19" name="Google Shape;219;g3c73699b344_0_89"/>
          <p:cNvSpPr/>
          <p:nvPr/>
        </p:nvSpPr>
        <p:spPr>
          <a:xfrm>
            <a:off x="8121275" y="4567050"/>
            <a:ext cx="28800" cy="6297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20" name="Google Shape;220;g3c73699b344_0_89"/>
          <p:cNvSpPr txBox="1"/>
          <p:nvPr/>
        </p:nvSpPr>
        <p:spPr>
          <a:xfrm>
            <a:off x="1576988" y="1162100"/>
            <a:ext cx="4722300" cy="911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7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Model </a:t>
            </a:r>
            <a:endParaRPr b="0" i="0" sz="2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21" name="Google Shape;221;g3c73699b344_0_89"/>
          <p:cNvPicPr preferRelativeResize="0"/>
          <p:nvPr/>
        </p:nvPicPr>
        <p:blipFill rotWithShape="1">
          <a:blip r:embed="rId4">
            <a:alphaModFix/>
          </a:blip>
          <a:srcRect b="76397" l="43582" r="55415" t="21017"/>
          <a:stretch/>
        </p:blipFill>
        <p:spPr>
          <a:xfrm>
            <a:off x="12939800" y="7144650"/>
            <a:ext cx="194227" cy="1659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25" name="Shape 22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6" name="Google Shape;226;g3c6553b6839_0_281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27" name="Google Shape;227;g3c6553b6839_0_281"/>
          <p:cNvSpPr/>
          <p:nvPr/>
        </p:nvSpPr>
        <p:spPr>
          <a:xfrm>
            <a:off x="7957350" y="3695925"/>
            <a:ext cx="9497700" cy="6123300"/>
          </a:xfrm>
          <a:prstGeom prst="rect">
            <a:avLst/>
          </a:prstGeom>
          <a:solidFill>
            <a:srgbClr val="F0EAD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28" name="Google Shape;228;g3c6553b6839_0_281"/>
          <p:cNvSpPr txBox="1"/>
          <p:nvPr/>
        </p:nvSpPr>
        <p:spPr>
          <a:xfrm>
            <a:off x="8275175" y="1011175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Model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29" name="Google Shape;229;g3c6553b6839_0_281"/>
          <p:cNvSpPr txBox="1"/>
          <p:nvPr/>
        </p:nvSpPr>
        <p:spPr>
          <a:xfrm>
            <a:off x="8275232" y="3918725"/>
            <a:ext cx="3200100" cy="477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Factory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30" name="Google Shape;230;g3c6553b6839_0_281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8275232" y="4673975"/>
            <a:ext cx="8861949" cy="4836475"/>
          </a:xfrm>
          <a:prstGeom prst="rect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cxnSp>
        <p:nvCxnSpPr>
          <p:cNvPr id="231" name="Google Shape;231;g3c6553b6839_0_281"/>
          <p:cNvCxnSpPr>
            <a:stCxn id="232" idx="0"/>
            <a:endCxn id="229" idx="1"/>
          </p:cNvCxnSpPr>
          <p:nvPr/>
        </p:nvCxnSpPr>
        <p:spPr>
          <a:xfrm rot="-5400000">
            <a:off x="5037513" y="3083225"/>
            <a:ext cx="2163600" cy="43119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33" name="Google Shape;233;g3c6553b6839_0_281"/>
          <p:cNvSpPr txBox="1"/>
          <p:nvPr/>
        </p:nvSpPr>
        <p:spPr>
          <a:xfrm>
            <a:off x="8275186" y="1823882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Persona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34" name="Google Shape;234;g3c6553b6839_0_281"/>
          <p:cNvPicPr preferRelativeResize="0"/>
          <p:nvPr/>
        </p:nvPicPr>
        <p:blipFill>
          <a:blip r:embed="rId5">
            <a:alphaModFix amt="20000"/>
          </a:blip>
          <a:stretch>
            <a:fillRect/>
          </a:stretch>
        </p:blipFill>
        <p:spPr>
          <a:xfrm>
            <a:off x="481325" y="205050"/>
            <a:ext cx="6487625" cy="98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32" name="Google Shape;232;g3c6553b6839_0_281"/>
          <p:cNvPicPr preferRelativeResize="0"/>
          <p:nvPr/>
        </p:nvPicPr>
        <p:blipFill rotWithShape="1">
          <a:blip r:embed="rId5">
            <a:alphaModFix/>
          </a:blip>
          <a:srcRect b="570" l="7255" r="790" t="61616"/>
          <a:stretch/>
        </p:blipFill>
        <p:spPr>
          <a:xfrm>
            <a:off x="957775" y="6320975"/>
            <a:ext cx="6011175" cy="37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35" name="Google Shape;235;g3c6553b6839_0_281"/>
          <p:cNvPicPr preferRelativeResize="0"/>
          <p:nvPr/>
        </p:nvPicPr>
        <p:blipFill rotWithShape="1">
          <a:blip r:embed="rId4">
            <a:alphaModFix/>
          </a:blip>
          <a:srcRect b="88990" l="69303" r="26511" t="3181"/>
          <a:stretch/>
        </p:blipFill>
        <p:spPr>
          <a:xfrm>
            <a:off x="12869900" y="6176600"/>
            <a:ext cx="370876" cy="3785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39" name="Shape 23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0" name="Google Shape;240;g3c6553b6839_0_330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41" name="Google Shape;241;g3c6553b6839_0_330"/>
          <p:cNvSpPr/>
          <p:nvPr/>
        </p:nvSpPr>
        <p:spPr>
          <a:xfrm>
            <a:off x="7957350" y="3695925"/>
            <a:ext cx="9497700" cy="6123300"/>
          </a:xfrm>
          <a:prstGeom prst="rect">
            <a:avLst/>
          </a:prstGeom>
          <a:solidFill>
            <a:srgbClr val="F0EAD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42" name="Google Shape;242;g3c6553b6839_0_330"/>
          <p:cNvSpPr txBox="1"/>
          <p:nvPr/>
        </p:nvSpPr>
        <p:spPr>
          <a:xfrm>
            <a:off x="8275175" y="1011175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Model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43" name="Google Shape;243;g3c6553b6839_0_330"/>
          <p:cNvSpPr txBox="1"/>
          <p:nvPr/>
        </p:nvSpPr>
        <p:spPr>
          <a:xfrm>
            <a:off x="8275232" y="3918725"/>
            <a:ext cx="3200100" cy="477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Proxy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cxnSp>
        <p:nvCxnSpPr>
          <p:cNvPr id="244" name="Google Shape;244;g3c6553b6839_0_330"/>
          <p:cNvCxnSpPr>
            <a:stCxn id="245" idx="0"/>
            <a:endCxn id="243" idx="1"/>
          </p:cNvCxnSpPr>
          <p:nvPr/>
        </p:nvCxnSpPr>
        <p:spPr>
          <a:xfrm rot="-5400000">
            <a:off x="5002213" y="3047975"/>
            <a:ext cx="2163600" cy="43824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46" name="Google Shape;246;g3c6553b6839_0_330"/>
          <p:cNvSpPr txBox="1"/>
          <p:nvPr/>
        </p:nvSpPr>
        <p:spPr>
          <a:xfrm>
            <a:off x="8275186" y="1823882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RSAService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47" name="Google Shape;247;g3c6553b6839_0_330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410775" y="205050"/>
            <a:ext cx="6487625" cy="98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45" name="Google Shape;245;g3c6553b6839_0_330"/>
          <p:cNvPicPr preferRelativeResize="0"/>
          <p:nvPr/>
        </p:nvPicPr>
        <p:blipFill rotWithShape="1">
          <a:blip r:embed="rId4">
            <a:alphaModFix/>
          </a:blip>
          <a:srcRect b="570" l="7255" r="790" t="61616"/>
          <a:stretch/>
        </p:blipFill>
        <p:spPr>
          <a:xfrm>
            <a:off x="887225" y="6320975"/>
            <a:ext cx="6011175" cy="37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48" name="Google Shape;248;g3c6553b6839_0_330" title="Prox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299600" y="5773900"/>
            <a:ext cx="8813224" cy="2318381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1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52" name="Shape 2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3" name="Google Shape;253;g3c7a31e98b5_1_0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54" name="Google Shape;254;g3c7a31e98b5_1_0"/>
          <p:cNvSpPr/>
          <p:nvPr/>
        </p:nvSpPr>
        <p:spPr>
          <a:xfrm>
            <a:off x="7957350" y="3695925"/>
            <a:ext cx="9497700" cy="6123300"/>
          </a:xfrm>
          <a:prstGeom prst="rect">
            <a:avLst/>
          </a:prstGeom>
          <a:solidFill>
            <a:srgbClr val="F0EAD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5" name="Google Shape;255;g3c7a31e98b5_1_0"/>
          <p:cNvSpPr txBox="1"/>
          <p:nvPr/>
        </p:nvSpPr>
        <p:spPr>
          <a:xfrm>
            <a:off x="8275175" y="1011175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Model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56" name="Google Shape;256;g3c7a31e98b5_1_0"/>
          <p:cNvSpPr txBox="1"/>
          <p:nvPr/>
        </p:nvSpPr>
        <p:spPr>
          <a:xfrm>
            <a:off x="8275232" y="3918725"/>
            <a:ext cx="3200100" cy="477300"/>
          </a:xfrm>
          <a:prstGeom prst="rect">
            <a:avLst/>
          </a:prstGeom>
          <a:solidFill>
            <a:schemeClr val="lt1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3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Pattern Strategy</a:t>
            </a:r>
            <a:endParaRPr b="1" i="0" sz="2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cxnSp>
        <p:nvCxnSpPr>
          <p:cNvPr id="257" name="Google Shape;257;g3c7a31e98b5_1_0"/>
          <p:cNvCxnSpPr>
            <a:stCxn id="258" idx="0"/>
            <a:endCxn id="256" idx="1"/>
          </p:cNvCxnSpPr>
          <p:nvPr/>
        </p:nvCxnSpPr>
        <p:spPr>
          <a:xfrm rot="-5400000">
            <a:off x="5002213" y="3047975"/>
            <a:ext cx="2163600" cy="4382400"/>
          </a:xfrm>
          <a:prstGeom prst="curvedConnector2">
            <a:avLst/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  <p:sp>
        <p:nvSpPr>
          <p:cNvPr id="259" name="Google Shape;259;g3c7a31e98b5_1_0"/>
          <p:cNvSpPr txBox="1"/>
          <p:nvPr/>
        </p:nvSpPr>
        <p:spPr>
          <a:xfrm>
            <a:off x="8275186" y="1823882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Alert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60" name="Google Shape;260;g3c7a31e98b5_1_0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410775" y="205050"/>
            <a:ext cx="6487625" cy="98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58" name="Google Shape;258;g3c7a31e98b5_1_0"/>
          <p:cNvPicPr preferRelativeResize="0"/>
          <p:nvPr/>
        </p:nvPicPr>
        <p:blipFill rotWithShape="1">
          <a:blip r:embed="rId4">
            <a:alphaModFix/>
          </a:blip>
          <a:srcRect b="570" l="7255" r="790" t="61616"/>
          <a:stretch/>
        </p:blipFill>
        <p:spPr>
          <a:xfrm>
            <a:off x="887225" y="6320975"/>
            <a:ext cx="6011175" cy="37609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61" name="Google Shape;261;g3c7a31e98b5_1_0" title="Strategy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10345225" y="4556725"/>
            <a:ext cx="4915399" cy="50770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  <p:transition>
    <p:fade/>
  </p:transition>
</p:sld>
</file>

<file path=ppt/slides/slide2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65" name="Shape 2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6" name="Google Shape;266;g3c6553b6839_0_342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67" name="Google Shape;267;g3c6553b6839_0_342"/>
          <p:cNvSpPr txBox="1"/>
          <p:nvPr/>
        </p:nvSpPr>
        <p:spPr>
          <a:xfrm>
            <a:off x="8275175" y="1011175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Controller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68" name="Google Shape;268;g3c6553b6839_0_342"/>
          <p:cNvSpPr txBox="1"/>
          <p:nvPr/>
        </p:nvSpPr>
        <p:spPr>
          <a:xfrm>
            <a:off x="8275186" y="1823882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FacadeController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69" name="Google Shape;269;g3c6553b6839_0_342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16625" y="205050"/>
            <a:ext cx="6487625" cy="98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70" name="Google Shape;270;g3c6553b6839_0_342"/>
          <p:cNvPicPr preferRelativeResize="0"/>
          <p:nvPr/>
        </p:nvPicPr>
        <p:blipFill rotWithShape="1">
          <a:blip r:embed="rId4">
            <a:alphaModFix/>
          </a:blip>
          <a:srcRect b="42092" l="1969" r="47134" t="39630"/>
          <a:stretch/>
        </p:blipFill>
        <p:spPr>
          <a:xfrm>
            <a:off x="658675" y="4131325"/>
            <a:ext cx="3302000" cy="1813325"/>
          </a:xfrm>
          <a:prstGeom prst="rect">
            <a:avLst/>
          </a:prstGeom>
          <a:noFill/>
          <a:ln>
            <a:noFill/>
          </a:ln>
        </p:spPr>
      </p:pic>
      <p:pic>
        <p:nvPicPr>
          <p:cNvPr id="271" name="Google Shape;271;g3c6553b6839_0_342" title="Controller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8028111" y="3429000"/>
            <a:ext cx="8127614" cy="4576725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72" name="Google Shape;272;g3c6553b6839_0_342"/>
          <p:cNvCxnSpPr>
            <a:endCxn id="271" idx="1"/>
          </p:cNvCxnSpPr>
          <p:nvPr/>
        </p:nvCxnSpPr>
        <p:spPr>
          <a:xfrm>
            <a:off x="3960711" y="5037863"/>
            <a:ext cx="4067400" cy="679500"/>
          </a:xfrm>
          <a:prstGeom prst="curvedConnector3">
            <a:avLst>
              <a:gd fmla="val 50000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>
    <p:fade/>
  </p:transition>
</p:sld>
</file>

<file path=ppt/slides/slide2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76" name="Shape 27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77" name="Google Shape;277;g3c6553b6839_0_35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78" name="Google Shape;278;g3c6553b6839_0_354"/>
          <p:cNvSpPr txBox="1"/>
          <p:nvPr/>
        </p:nvSpPr>
        <p:spPr>
          <a:xfrm>
            <a:off x="8275175" y="1011175"/>
            <a:ext cx="10248000" cy="812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8799"/>
              <a:buFont typeface="Arial"/>
              <a:buNone/>
            </a:pPr>
            <a:r>
              <a:rPr lang="en-US" sz="6600">
                <a:latin typeface="DM Serif Display"/>
                <a:ea typeface="DM Serif Display"/>
                <a:cs typeface="DM Serif Display"/>
                <a:sym typeface="DM Serif Display"/>
              </a:rPr>
              <a:t>View</a:t>
            </a:r>
            <a:endParaRPr i="0" sz="66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279" name="Google Shape;279;g3c6553b6839_0_354"/>
          <p:cNvSpPr txBox="1"/>
          <p:nvPr/>
        </p:nvSpPr>
        <p:spPr>
          <a:xfrm>
            <a:off x="8275186" y="1823882"/>
            <a:ext cx="9055500" cy="63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b="1" lang="en-US" sz="41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JButton, JPanel</a:t>
            </a:r>
            <a:endParaRPr b="1" i="0" sz="3100" u="none" cap="none" strike="noStrike">
              <a:solidFill>
                <a:srgbClr val="000000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280" name="Google Shape;280;g3c6553b6839_0_354"/>
          <p:cNvPicPr preferRelativeResize="0"/>
          <p:nvPr/>
        </p:nvPicPr>
        <p:blipFill>
          <a:blip r:embed="rId4">
            <a:alphaModFix amt="20000"/>
          </a:blip>
          <a:stretch>
            <a:fillRect/>
          </a:stretch>
        </p:blipFill>
        <p:spPr>
          <a:xfrm>
            <a:off x="516625" y="205050"/>
            <a:ext cx="6487625" cy="9876899"/>
          </a:xfrm>
          <a:prstGeom prst="rect">
            <a:avLst/>
          </a:prstGeom>
          <a:noFill/>
          <a:ln>
            <a:noFill/>
          </a:ln>
        </p:spPr>
      </p:pic>
      <p:pic>
        <p:nvPicPr>
          <p:cNvPr id="281" name="Google Shape;281;g3c6553b6839_0_354"/>
          <p:cNvPicPr preferRelativeResize="0"/>
          <p:nvPr/>
        </p:nvPicPr>
        <p:blipFill rotWithShape="1">
          <a:blip r:embed="rId4">
            <a:alphaModFix/>
          </a:blip>
          <a:srcRect b="64126" l="3138" r="34462" t="1014"/>
          <a:stretch/>
        </p:blipFill>
        <p:spPr>
          <a:xfrm>
            <a:off x="717100" y="306600"/>
            <a:ext cx="4085900" cy="3554375"/>
          </a:xfrm>
          <a:prstGeom prst="rect">
            <a:avLst/>
          </a:prstGeom>
          <a:noFill/>
          <a:ln>
            <a:noFill/>
          </a:ln>
        </p:spPr>
      </p:pic>
      <p:pic>
        <p:nvPicPr>
          <p:cNvPr id="282" name="Google Shape;282;g3c6553b6839_0_354" title="View.png"/>
          <p:cNvPicPr preferRelativeResize="0"/>
          <p:nvPr/>
        </p:nvPicPr>
        <p:blipFill>
          <a:blip r:embed="rId5">
            <a:alphaModFix/>
          </a:blip>
          <a:stretch>
            <a:fillRect/>
          </a:stretch>
        </p:blipFill>
        <p:spPr>
          <a:xfrm>
            <a:off x="7970600" y="3429000"/>
            <a:ext cx="9360075" cy="5140450"/>
          </a:xfrm>
          <a:prstGeom prst="rect">
            <a:avLst/>
          </a:prstGeom>
          <a:noFill/>
          <a:ln>
            <a:noFill/>
          </a:ln>
        </p:spPr>
      </p:pic>
      <p:cxnSp>
        <p:nvCxnSpPr>
          <p:cNvPr id="283" name="Google Shape;283;g3c6553b6839_0_354"/>
          <p:cNvCxnSpPr>
            <a:stCxn id="281" idx="3"/>
            <a:endCxn id="282" idx="1"/>
          </p:cNvCxnSpPr>
          <p:nvPr/>
        </p:nvCxnSpPr>
        <p:spPr>
          <a:xfrm>
            <a:off x="4803000" y="2083788"/>
            <a:ext cx="3167700" cy="3915300"/>
          </a:xfrm>
          <a:prstGeom prst="curvedConnector3">
            <a:avLst>
              <a:gd fmla="val 49998" name="adj1"/>
            </a:avLst>
          </a:prstGeom>
          <a:noFill/>
          <a:ln cap="flat" cmpd="sng" w="19050">
            <a:solidFill>
              <a:schemeClr val="dk1"/>
            </a:solidFill>
            <a:prstDash val="solid"/>
            <a:round/>
            <a:headEnd len="med" w="med" type="none"/>
            <a:tailEnd len="med" w="med" type="none"/>
          </a:ln>
        </p:spPr>
      </p:cxnSp>
    </p:spTree>
  </p:cSld>
  <p:clrMapOvr>
    <a:masterClrMapping/>
  </p:clrMapOvr>
  <p:transition>
    <p:fade/>
  </p:transition>
</p:sld>
</file>

<file path=ppt/slides/slide2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87" name="Shape 2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8" name="Google Shape;288;g3c7a31e98b5_1_12"/>
          <p:cNvSpPr txBox="1"/>
          <p:nvPr/>
        </p:nvSpPr>
        <p:spPr>
          <a:xfrm>
            <a:off x="8444725" y="3252450"/>
            <a:ext cx="7376100" cy="34965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Foto AbstractTable e Login</a:t>
            </a:r>
            <a:endParaRPr sz="32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sz="32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92" name="Shape 2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3" name="Google Shape;293;g3c6553b6839_0_109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294" name="Google Shape;294;g3c6553b6839_0_109"/>
          <p:cNvSpPr txBox="1"/>
          <p:nvPr/>
        </p:nvSpPr>
        <p:spPr>
          <a:xfrm>
            <a:off x="1758275" y="871950"/>
            <a:ext cx="2416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Login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295" name="Google Shape;295;g3c6553b6839_0_109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880501" y="1969150"/>
            <a:ext cx="12526999" cy="7473325"/>
          </a:xfrm>
          <a:prstGeom prst="rect">
            <a:avLst/>
          </a:prstGeom>
          <a:solidFill>
            <a:srgbClr val="F1BDC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2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299" name="Shape 2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0" name="Google Shape;300;g3c73699b344_0_55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1" name="Google Shape;301;g3c73699b344_0_55"/>
          <p:cNvSpPr txBox="1"/>
          <p:nvPr/>
        </p:nvSpPr>
        <p:spPr>
          <a:xfrm>
            <a:off x="1300950" y="1306100"/>
            <a:ext cx="13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1: Gestione Utenze e Pazienti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2" name="Google Shape;302;g3c73699b344_0_5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2442903" y="2757600"/>
            <a:ext cx="13402200" cy="6182121"/>
          </a:xfrm>
          <a:prstGeom prst="rect">
            <a:avLst/>
          </a:prstGeom>
          <a:solidFill>
            <a:srgbClr val="F1CEC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2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06" name="Shape 3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" name="Google Shape;307;g3c6553b6839_0_12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08" name="Google Shape;308;g3c6553b6839_0_124"/>
          <p:cNvSpPr txBox="1"/>
          <p:nvPr/>
        </p:nvSpPr>
        <p:spPr>
          <a:xfrm>
            <a:off x="1215875" y="1281675"/>
            <a:ext cx="13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1: Gestione Utenze e Pazienti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09" name="Google Shape;309;g3c6553b6839_0_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0892" y="2613905"/>
            <a:ext cx="10606225" cy="6390075"/>
          </a:xfrm>
          <a:prstGeom prst="rect">
            <a:avLst/>
          </a:prstGeom>
          <a:solidFill>
            <a:srgbClr val="F1CEC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0" name="Google Shape;310;g3c6553b6839_0_12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3840892" y="2613905"/>
            <a:ext cx="10606225" cy="6390075"/>
          </a:xfrm>
          <a:prstGeom prst="rect">
            <a:avLst/>
          </a:prstGeom>
          <a:solidFill>
            <a:srgbClr val="F1CEC0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  <p:pic>
        <p:nvPicPr>
          <p:cNvPr id="311" name="Google Shape;311;g3c6553b6839_0_124"/>
          <p:cNvPicPr preferRelativeResize="0"/>
          <p:nvPr/>
        </p:nvPicPr>
        <p:blipFill rotWithShape="1">
          <a:blip r:embed="rId4">
            <a:alphaModFix/>
          </a:blip>
          <a:srcRect b="47554" l="74989" r="6214" t="49034"/>
          <a:stretch/>
        </p:blipFill>
        <p:spPr>
          <a:xfrm>
            <a:off x="11771525" y="6156775"/>
            <a:ext cx="1993625" cy="217975"/>
          </a:xfrm>
          <a:prstGeom prst="rect">
            <a:avLst/>
          </a:prstGeom>
          <a:solidFill>
            <a:srgbClr val="F1CEC0"/>
          </a:solidFill>
          <a:ln>
            <a:noFill/>
          </a:ln>
        </p:spPr>
      </p:pic>
      <p:sp>
        <p:nvSpPr>
          <p:cNvPr id="312" name="Google Shape;312;g3c6553b6839_0_124"/>
          <p:cNvSpPr/>
          <p:nvPr/>
        </p:nvSpPr>
        <p:spPr>
          <a:xfrm>
            <a:off x="11783750" y="5740975"/>
            <a:ext cx="1993500" cy="415800"/>
          </a:xfrm>
          <a:prstGeom prst="rect">
            <a:avLst/>
          </a:prstGeom>
          <a:solidFill>
            <a:schemeClr val="lt1"/>
          </a:solidFill>
          <a:ln cap="flat" cmpd="sng" w="9525">
            <a:solidFill>
              <a:schemeClr val="lt1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  <p:transition>
    <p:fade/>
  </p:transition>
</p:sld>
</file>

<file path=ppt/slides/slide2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16" name="Shape 31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7" name="Google Shape;317;g3c6553b6839_0_420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18" name="Google Shape;318;g3c6553b6839_0_420"/>
          <p:cNvSpPr txBox="1"/>
          <p:nvPr/>
        </p:nvSpPr>
        <p:spPr>
          <a:xfrm>
            <a:off x="1105550" y="1477075"/>
            <a:ext cx="1570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2 : </a:t>
            </a:r>
            <a:r>
              <a:rPr b="1" lang="en-US" sz="5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Monitoraggio Parametri e </a:t>
            </a:r>
            <a:endParaRPr b="1" sz="5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0" lvl="0" marL="45720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1" lang="en-US" sz="5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Generazione  Alert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19" name="Google Shape;319;g3c6553b6839_0_420" title="DiagrammaSequenzaMonitoraggio.png"/>
          <p:cNvPicPr preferRelativeResize="0"/>
          <p:nvPr/>
        </p:nvPicPr>
        <p:blipFill rotWithShape="1">
          <a:blip r:embed="rId4">
            <a:alphaModFix/>
          </a:blip>
          <a:srcRect b="54810" l="0" r="0" t="0"/>
          <a:stretch/>
        </p:blipFill>
        <p:spPr>
          <a:xfrm>
            <a:off x="1238550" y="3282825"/>
            <a:ext cx="15810900" cy="464712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23" name="Shape 3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4" name="Google Shape;324;g3c795516f76_0_25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25" name="Google Shape;325;g3c795516f76_0_25"/>
          <p:cNvSpPr txBox="1"/>
          <p:nvPr/>
        </p:nvSpPr>
        <p:spPr>
          <a:xfrm>
            <a:off x="1105550" y="1477075"/>
            <a:ext cx="15704400" cy="14160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 2: </a:t>
            </a:r>
            <a:r>
              <a:rPr b="1" lang="en-US" sz="5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Monitoraggio Parametri e</a:t>
            </a:r>
            <a:endParaRPr b="1" sz="5500">
              <a:solidFill>
                <a:schemeClr val="dk1"/>
              </a:solidFill>
              <a:latin typeface="Georgia"/>
              <a:ea typeface="Georgia"/>
              <a:cs typeface="Georgia"/>
              <a:sym typeface="Georgia"/>
            </a:endParaRPr>
          </a:p>
          <a:p>
            <a:pPr indent="457200" lvl="0" marL="137160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b="1" lang="en-US" sz="5500">
                <a:solidFill>
                  <a:schemeClr val="dk1"/>
                </a:solidFill>
                <a:latin typeface="Georgia"/>
                <a:ea typeface="Georgia"/>
                <a:cs typeface="Georgia"/>
                <a:sym typeface="Georgia"/>
              </a:rPr>
              <a:t> Generazione  Alert</a:t>
            </a:r>
            <a:endParaRPr b="0" i="0" sz="55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26" name="Google Shape;326;g3c795516f76_0_25" title="DiagrammaSequenzaMonitoraggio.png"/>
          <p:cNvPicPr preferRelativeResize="0"/>
          <p:nvPr/>
        </p:nvPicPr>
        <p:blipFill rotWithShape="1">
          <a:blip r:embed="rId4">
            <a:alphaModFix/>
          </a:blip>
          <a:srcRect b="0" l="0" r="0" t="44598"/>
          <a:stretch/>
        </p:blipFill>
        <p:spPr>
          <a:xfrm>
            <a:off x="1238550" y="3282825"/>
            <a:ext cx="15810900" cy="5697375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30" name="Shape 3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1" name="Google Shape;331;g3c6553b6839_0_118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32" name="Google Shape;332;g3c6553b6839_0_118"/>
          <p:cNvSpPr txBox="1"/>
          <p:nvPr/>
        </p:nvSpPr>
        <p:spPr>
          <a:xfrm>
            <a:off x="969450" y="1042400"/>
            <a:ext cx="163491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Caso d’uso 3: Gestione Alert e Intervento Medico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33" name="Google Shape;333;g3c6553b6839_0_118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447375" y="2585375"/>
            <a:ext cx="15393249" cy="6379826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2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37" name="Shape 33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8" name="Google Shape;338;g3c6553b6839_0_374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39" name="Google Shape;339;g3c6553b6839_0_374"/>
          <p:cNvSpPr txBox="1"/>
          <p:nvPr/>
        </p:nvSpPr>
        <p:spPr>
          <a:xfrm>
            <a:off x="1008463" y="943263"/>
            <a:ext cx="142857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49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CU3 - Gestione Alert e Intervento Medico</a:t>
            </a:r>
            <a:endParaRPr sz="4900">
              <a:solidFill>
                <a:srgbClr val="1F1F1F"/>
              </a:solidFill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pic>
        <p:nvPicPr>
          <p:cNvPr id="340" name="Google Shape;340;g3c6553b6839_0_374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531199" y="2224875"/>
            <a:ext cx="15225601" cy="6940850"/>
          </a:xfrm>
          <a:prstGeom prst="rect">
            <a:avLst/>
          </a:prstGeom>
          <a:noFill/>
          <a:ln cap="flat" cmpd="sng" w="9525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3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44" name="Shape 3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45" name="Google Shape;345;g3c7a31e98b5_0_5"/>
          <p:cNvPicPr preferRelativeResize="0"/>
          <p:nvPr/>
        </p:nvPicPr>
        <p:blipFill rotWithShape="1">
          <a:blip r:embed="rId3">
            <a:alphaModFix amt="65000"/>
          </a:blip>
          <a:srcRect b="0" l="0" r="0" t="0"/>
          <a:stretch/>
        </p:blipFill>
        <p:spPr>
          <a:xfrm>
            <a:off x="13179875" y="-399342"/>
            <a:ext cx="11085701" cy="11085701"/>
          </a:xfrm>
          <a:prstGeom prst="rect">
            <a:avLst/>
          </a:prstGeom>
          <a:noFill/>
          <a:ln>
            <a:noFill/>
          </a:ln>
        </p:spPr>
      </p:pic>
      <p:sp>
        <p:nvSpPr>
          <p:cNvPr id="346" name="Google Shape;346;g3c7a31e98b5_0_5"/>
          <p:cNvSpPr txBox="1"/>
          <p:nvPr/>
        </p:nvSpPr>
        <p:spPr>
          <a:xfrm>
            <a:off x="1008463" y="943263"/>
            <a:ext cx="14285700" cy="603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49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CU3 - Gestione Alert e Intervento Medico</a:t>
            </a:r>
            <a:endParaRPr b="0" i="0" sz="49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pic>
        <p:nvPicPr>
          <p:cNvPr id="347" name="Google Shape;347;g3c7a31e98b5_0_5"/>
          <p:cNvPicPr preferRelativeResize="0"/>
          <p:nvPr/>
        </p:nvPicPr>
        <p:blipFill>
          <a:blip r:embed="rId4">
            <a:alphaModFix/>
          </a:blip>
          <a:stretch>
            <a:fillRect/>
          </a:stretch>
        </p:blipFill>
        <p:spPr>
          <a:xfrm>
            <a:off x="1750938" y="2047050"/>
            <a:ext cx="14786126" cy="7269076"/>
          </a:xfrm>
          <a:prstGeom prst="rect">
            <a:avLst/>
          </a:prstGeom>
          <a:solidFill>
            <a:srgbClr val="EFE1D3"/>
          </a:solidFill>
          <a:ln cap="flat" cmpd="sng" w="19050">
            <a:solidFill>
              <a:schemeClr val="dk1"/>
            </a:solidFill>
            <a:prstDash val="solid"/>
            <a:round/>
            <a:headEnd len="sm" w="sm" type="none"/>
            <a:tailEnd len="sm" w="sm" type="none"/>
          </a:ln>
        </p:spPr>
      </p:pic>
    </p:spTree>
  </p:cSld>
  <p:clrMapOvr>
    <a:masterClrMapping/>
  </p:clrMapOvr>
  <p:transition>
    <p:fade/>
  </p:transition>
</p:sld>
</file>

<file path=ppt/slides/slide3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351" name="Shape 3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2" name="Google Shape;352;g3c6553b6839_0_424"/>
          <p:cNvSpPr txBox="1"/>
          <p:nvPr/>
        </p:nvSpPr>
        <p:spPr>
          <a:xfrm>
            <a:off x="1105550" y="1477075"/>
            <a:ext cx="13402200" cy="738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0400"/>
              <a:buFont typeface="Arial"/>
              <a:buNone/>
            </a:pP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Test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53" name="Google Shape;353;g3c6553b6839_0_424"/>
          <p:cNvSpPr/>
          <p:nvPr/>
        </p:nvSpPr>
        <p:spPr>
          <a:xfrm>
            <a:off x="1130125" y="3033125"/>
            <a:ext cx="15978600" cy="1315500"/>
          </a:xfrm>
          <a:prstGeom prst="roundRect">
            <a:avLst>
              <a:gd fmla="val 16667" name="adj"/>
            </a:avLst>
          </a:prstGeom>
          <a:solidFill>
            <a:srgbClr val="F1BD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Test DB: comunicazione tra FacadeSingletonDB e il database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54" name="Google Shape;354;g3c6553b6839_0_424"/>
          <p:cNvSpPr/>
          <p:nvPr/>
        </p:nvSpPr>
        <p:spPr>
          <a:xfrm>
            <a:off x="1179275" y="5012700"/>
            <a:ext cx="15978600" cy="1315500"/>
          </a:xfrm>
          <a:prstGeom prst="roundRect">
            <a:avLst>
              <a:gd fmla="val 16667" name="adj"/>
            </a:avLst>
          </a:prstGeom>
          <a:solidFill>
            <a:srgbClr val="F1CEC0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200">
                <a:latin typeface="DM Serif Display"/>
                <a:ea typeface="DM Serif Display"/>
                <a:cs typeface="DM Serif Display"/>
                <a:sym typeface="DM Serif Display"/>
              </a:rPr>
              <a:t>Test sulla sicurezza: verifica che il ProxyRSA dia le giuste autorizzazioni</a:t>
            </a:r>
            <a:endParaRPr sz="32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  <p:sp>
        <p:nvSpPr>
          <p:cNvPr id="355" name="Google Shape;355;g3c6553b6839_0_424"/>
          <p:cNvSpPr/>
          <p:nvPr/>
        </p:nvSpPr>
        <p:spPr>
          <a:xfrm>
            <a:off x="1179275" y="6992275"/>
            <a:ext cx="15978600" cy="1315500"/>
          </a:xfrm>
          <a:prstGeom prst="roundRect">
            <a:avLst>
              <a:gd fmla="val 16667" name="adj"/>
            </a:avLst>
          </a:prstGeom>
          <a:solidFill>
            <a:schemeClr val="lt2"/>
          </a:solidFill>
          <a:ln cap="flat" cmpd="sng" w="9525">
            <a:solidFill>
              <a:schemeClr val="dk2"/>
            </a:solidFill>
            <a:prstDash val="solid"/>
            <a:round/>
            <a:headEnd len="sm" w="sm" type="none"/>
            <a:tailEnd len="sm" w="sm" type="none"/>
          </a:ln>
        </p:spPr>
        <p:txBody>
          <a:bodyPr anchorCtr="0" anchor="ctr" bIns="91425" lIns="91425" spcFirstLastPara="1" rIns="91425" wrap="square" tIns="91425">
            <a:noAutofit/>
          </a:bodyPr>
          <a:lstStyle/>
          <a:p>
            <a:pPr indent="0" lvl="0" marL="0" rtl="0" algn="ctr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3000">
                <a:latin typeface="DM Serif Display"/>
                <a:ea typeface="DM Serif Display"/>
                <a:cs typeface="DM Serif Display"/>
                <a:sym typeface="DM Serif Display"/>
              </a:rPr>
              <a:t>Test Paziente-CartellaClinica: verifica la creazione di una CC dopo aver inserito un Paziente</a:t>
            </a:r>
            <a:endParaRPr sz="3000">
              <a:latin typeface="DM Serif Display"/>
              <a:ea typeface="DM Serif Display"/>
              <a:cs typeface="DM Serif Display"/>
              <a:sym typeface="DM Serif Display"/>
            </a:endParaRP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rgbClr val="ECECEC"/>
        </a:solidFill>
      </p:bgPr>
    </p:bg>
    <p:spTree>
      <p:nvGrpSpPr>
        <p:cNvPr id="359" name="Shape 3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0" name="Google Shape;360;g3c7a31e98b5_0_13"/>
          <p:cNvPicPr preferRelativeResize="0"/>
          <p:nvPr/>
        </p:nvPicPr>
        <p:blipFill rotWithShape="1">
          <a:blip r:embed="rId3">
            <a:alphaModFix amt="70000"/>
          </a:blip>
          <a:srcRect b="0" l="0" r="0" t="0"/>
          <a:stretch/>
        </p:blipFill>
        <p:spPr>
          <a:xfrm>
            <a:off x="10624800" y="1714513"/>
            <a:ext cx="6857976" cy="6857976"/>
          </a:xfrm>
          <a:prstGeom prst="rect">
            <a:avLst/>
          </a:prstGeom>
          <a:noFill/>
          <a:ln>
            <a:noFill/>
          </a:ln>
          <a:effectLst>
            <a:outerShdw blurRad="1428750" rotWithShape="0" algn="bl">
              <a:srgbClr val="000000">
                <a:alpha val="11000"/>
              </a:srgbClr>
            </a:outerShdw>
          </a:effectLst>
        </p:spPr>
      </p:pic>
      <p:pic>
        <p:nvPicPr>
          <p:cNvPr id="361" name="Google Shape;361;g3c7a31e98b5_0_13"/>
          <p:cNvPicPr preferRelativeResize="0"/>
          <p:nvPr/>
        </p:nvPicPr>
        <p:blipFill rotWithShape="1">
          <a:blip r:embed="rId4">
            <a:alphaModFix amt="20000"/>
          </a:blip>
          <a:srcRect b="18651" l="0" r="0" t="15441"/>
          <a:stretch/>
        </p:blipFill>
        <p:spPr>
          <a:xfrm>
            <a:off x="-800475" y="939401"/>
            <a:ext cx="9861100" cy="8408201"/>
          </a:xfrm>
          <a:prstGeom prst="rect">
            <a:avLst/>
          </a:prstGeom>
          <a:noFill/>
          <a:ln>
            <a:noFill/>
          </a:ln>
        </p:spPr>
      </p:pic>
      <p:sp>
        <p:nvSpPr>
          <p:cNvPr id="362" name="Google Shape;362;g3c7a31e98b5_0_13"/>
          <p:cNvSpPr txBox="1"/>
          <p:nvPr/>
        </p:nvSpPr>
        <p:spPr>
          <a:xfrm>
            <a:off x="3510876" y="4163088"/>
            <a:ext cx="12233700" cy="2216400"/>
          </a:xfrm>
          <a:prstGeom prst="rect">
            <a:avLst/>
          </a:prstGeom>
          <a:noFill/>
          <a:ln>
            <a:noFill/>
          </a:ln>
          <a:effectLst>
            <a:outerShdw blurRad="57150" rotWithShape="0" algn="bl" dir="5400000" dist="19050">
              <a:schemeClr val="dk1">
                <a:alpha val="28000"/>
              </a:schemeClr>
            </a:outerShdw>
          </a:effectLst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12000"/>
              <a:buFont typeface="Arial"/>
              <a:buNone/>
            </a:pPr>
            <a:r>
              <a:rPr lang="en-US" sz="12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CareConnect Pro</a:t>
            </a:r>
            <a:r>
              <a:rPr b="0" i="0" lang="en-US" sz="12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 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Progetto </a:t>
            </a:r>
            <a:r>
              <a:rPr lang="en-US" sz="60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P</a:t>
            </a:r>
            <a:r>
              <a:rPr b="0" i="0" lang="en-US" sz="60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OSW - Università di Pavia</a:t>
            </a:r>
            <a:endParaRPr b="0" i="0" sz="60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3" name="Google Shape;363;g3c7a31e98b5_0_13"/>
          <p:cNvSpPr txBox="1"/>
          <p:nvPr/>
        </p:nvSpPr>
        <p:spPr>
          <a:xfrm>
            <a:off x="4078826" y="3769188"/>
            <a:ext cx="8469000" cy="3939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200"/>
              <a:buFont typeface="Arial"/>
              <a:buNone/>
            </a:pPr>
            <a:r>
              <a:rPr b="0" i="0" lang="en-US" sz="32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AGNESE PINTO, DARLIS MORILLO MENDOZA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sp>
        <p:nvSpPr>
          <p:cNvPr id="364" name="Google Shape;364;g3c7a31e98b5_0_13"/>
          <p:cNvSpPr txBox="1"/>
          <p:nvPr/>
        </p:nvSpPr>
        <p:spPr>
          <a:xfrm>
            <a:off x="9405476" y="7118388"/>
            <a:ext cx="6091800" cy="2955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r">
              <a:lnSpc>
                <a:spcPct val="8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400"/>
              <a:buFont typeface="Arial"/>
              <a:buNone/>
            </a:pPr>
            <a:r>
              <a:rPr lang="en-US" sz="2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Anno: </a:t>
            </a:r>
            <a:r>
              <a:rPr b="0" i="0" lang="en-US" sz="2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2025</a:t>
            </a:r>
            <a:r>
              <a:rPr lang="en-US" sz="2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-</a:t>
            </a:r>
            <a:r>
              <a:rPr b="0" i="0" lang="en-US" sz="2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2026		</a:t>
            </a:r>
            <a:r>
              <a:rPr lang="en-US" sz="2400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G</a:t>
            </a:r>
            <a:r>
              <a:rPr b="0" i="0" lang="en-US" sz="2400" u="none" cap="none" strike="noStrike">
                <a:solidFill>
                  <a:srgbClr val="1F1F1F"/>
                </a:solidFill>
                <a:latin typeface="DM Serif Display"/>
                <a:ea typeface="DM Serif Display"/>
                <a:cs typeface="DM Serif Display"/>
                <a:sym typeface="DM Serif Display"/>
              </a:rPr>
              <a:t>ruppo: Magggiche</a:t>
            </a:r>
            <a:endParaRPr b="0" i="0" sz="1400" u="none" cap="none" strike="noStrike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Minimalist Clean Resu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